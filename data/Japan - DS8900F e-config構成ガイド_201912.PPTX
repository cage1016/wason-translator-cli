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392" r:id="rId2"/>
    <p:sldId id="980" r:id="rId3"/>
    <p:sldId id="498" r:id="rId4"/>
  </p:sldIdLst>
  <p:sldSz cx="9144000" cy="6858000" type="screen4x3"/>
  <p:notesSz cx="6794500" cy="99314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DDDDDD"/>
    <a:srgbClr val="0000FF"/>
    <a:srgbClr val="FF0000"/>
    <a:srgbClr val="FFFFCC"/>
    <a:srgbClr val="78C3FC"/>
    <a:srgbClr val="FF3300"/>
    <a:srgbClr val="7889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9" autoAdjust="0"/>
    <p:restoredTop sz="86338" autoAdjust="0"/>
  </p:normalViewPr>
  <p:slideViewPr>
    <p:cSldViewPr snapToGrid="0">
      <p:cViewPr varScale="1">
        <p:scale>
          <a:sx n="101" d="100"/>
          <a:sy n="101" d="100"/>
        </p:scale>
        <p:origin x="1680"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snapToGrid="0">
      <p:cViewPr varScale="1">
        <p:scale>
          <a:sx n="54" d="100"/>
          <a:sy n="54" d="100"/>
        </p:scale>
        <p:origin x="2922"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44813" cy="496888"/>
          </a:xfrm>
          <a:prstGeom prst="rect">
            <a:avLst/>
          </a:prstGeom>
          <a:noFill/>
          <a:ln w="9525">
            <a:noFill/>
            <a:miter lim="800000"/>
            <a:headEnd/>
            <a:tailEnd/>
          </a:ln>
          <a:effectLst/>
        </p:spPr>
        <p:txBody>
          <a:bodyPr vert="horz" wrap="square" lIns="92117" tIns="46058" rIns="92117" bIns="46058" numCol="1" anchor="t" anchorCtr="0" compatLnSpc="1">
            <a:prstTxWarp prst="textNoShape">
              <a:avLst/>
            </a:prstTxWarp>
          </a:bodyPr>
          <a:lstStyle>
            <a:lvl1pPr eaLnBrk="1" hangingPunct="1">
              <a:defRPr sz="1200">
                <a:latin typeface="Arial" charset="0"/>
                <a:ea typeface="MS PGothic" pitchFamily="34" charset="-128"/>
                <a:cs typeface="MS PGothic" pitchFamily="34" charset="-128"/>
              </a:defRPr>
            </a:lvl1pPr>
          </a:lstStyle>
          <a:p>
            <a:pPr>
              <a:defRPr/>
            </a:pPr>
            <a:endParaRPr lang="en-AU"/>
          </a:p>
        </p:txBody>
      </p:sp>
      <p:sp>
        <p:nvSpPr>
          <p:cNvPr id="8195" name="Rectangle 3"/>
          <p:cNvSpPr>
            <a:spLocks noGrp="1" noChangeArrowheads="1"/>
          </p:cNvSpPr>
          <p:nvPr>
            <p:ph type="dt" idx="1"/>
          </p:nvPr>
        </p:nvSpPr>
        <p:spPr bwMode="auto">
          <a:xfrm>
            <a:off x="3848100" y="0"/>
            <a:ext cx="2944813" cy="496888"/>
          </a:xfrm>
          <a:prstGeom prst="rect">
            <a:avLst/>
          </a:prstGeom>
          <a:noFill/>
          <a:ln w="9525">
            <a:noFill/>
            <a:miter lim="800000"/>
            <a:headEnd/>
            <a:tailEnd/>
          </a:ln>
          <a:effectLst/>
        </p:spPr>
        <p:txBody>
          <a:bodyPr vert="horz" wrap="square" lIns="92117" tIns="46058" rIns="92117" bIns="46058" numCol="1" anchor="t" anchorCtr="0" compatLnSpc="1">
            <a:prstTxWarp prst="textNoShape">
              <a:avLst/>
            </a:prstTxWarp>
          </a:bodyPr>
          <a:lstStyle>
            <a:lvl1pPr algn="r" eaLnBrk="1" hangingPunct="1">
              <a:defRPr sz="1200">
                <a:latin typeface="Arial" charset="0"/>
                <a:ea typeface="MS PGothic" pitchFamily="34" charset="-128"/>
                <a:cs typeface="MS PGothic" pitchFamily="34" charset="-128"/>
              </a:defRPr>
            </a:lvl1pPr>
          </a:lstStyle>
          <a:p>
            <a:pPr>
              <a:defRPr/>
            </a:pPr>
            <a:endParaRPr lang="en-AU"/>
          </a:p>
        </p:txBody>
      </p:sp>
      <p:sp>
        <p:nvSpPr>
          <p:cNvPr id="4100" name="Rectangle 4"/>
          <p:cNvSpPr>
            <a:spLocks noGrp="1" noRot="1" noChangeAspect="1" noChangeArrowheads="1" noTextEdit="1"/>
          </p:cNvSpPr>
          <p:nvPr>
            <p:ph type="sldImg" idx="2"/>
          </p:nvPr>
        </p:nvSpPr>
        <p:spPr bwMode="auto">
          <a:xfrm>
            <a:off x="914400" y="744538"/>
            <a:ext cx="4967288" cy="37242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7" name="Rectangle 5"/>
          <p:cNvSpPr>
            <a:spLocks noGrp="1" noChangeArrowheads="1"/>
          </p:cNvSpPr>
          <p:nvPr>
            <p:ph type="body" sz="quarter" idx="3"/>
          </p:nvPr>
        </p:nvSpPr>
        <p:spPr bwMode="auto">
          <a:xfrm>
            <a:off x="679450" y="4716463"/>
            <a:ext cx="5435600" cy="4470400"/>
          </a:xfrm>
          <a:prstGeom prst="rect">
            <a:avLst/>
          </a:prstGeom>
          <a:noFill/>
          <a:ln w="9525">
            <a:noFill/>
            <a:miter lim="800000"/>
            <a:headEnd/>
            <a:tailEnd/>
          </a:ln>
          <a:effectLst/>
        </p:spPr>
        <p:txBody>
          <a:bodyPr vert="horz" wrap="square" lIns="92117" tIns="46058" rIns="92117" bIns="46058"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198" name="Rectangle 6"/>
          <p:cNvSpPr>
            <a:spLocks noGrp="1" noChangeArrowheads="1"/>
          </p:cNvSpPr>
          <p:nvPr>
            <p:ph type="ftr" sz="quarter" idx="4"/>
          </p:nvPr>
        </p:nvSpPr>
        <p:spPr bwMode="auto">
          <a:xfrm>
            <a:off x="0" y="9432925"/>
            <a:ext cx="2944813" cy="496888"/>
          </a:xfrm>
          <a:prstGeom prst="rect">
            <a:avLst/>
          </a:prstGeom>
          <a:noFill/>
          <a:ln w="9525">
            <a:noFill/>
            <a:miter lim="800000"/>
            <a:headEnd/>
            <a:tailEnd/>
          </a:ln>
          <a:effectLst/>
        </p:spPr>
        <p:txBody>
          <a:bodyPr vert="horz" wrap="square" lIns="92117" tIns="46058" rIns="92117" bIns="46058" numCol="1" anchor="b" anchorCtr="0" compatLnSpc="1">
            <a:prstTxWarp prst="textNoShape">
              <a:avLst/>
            </a:prstTxWarp>
          </a:bodyPr>
          <a:lstStyle>
            <a:lvl1pPr eaLnBrk="1" hangingPunct="1">
              <a:defRPr sz="1200">
                <a:latin typeface="Arial" charset="0"/>
                <a:ea typeface="MS PGothic" pitchFamily="34" charset="-128"/>
                <a:cs typeface="MS PGothic" pitchFamily="34" charset="-128"/>
              </a:defRPr>
            </a:lvl1pPr>
          </a:lstStyle>
          <a:p>
            <a:pPr>
              <a:defRPr/>
            </a:pPr>
            <a:endParaRPr lang="en-AU"/>
          </a:p>
        </p:txBody>
      </p:sp>
      <p:sp>
        <p:nvSpPr>
          <p:cNvPr id="8199" name="Rectangle 7"/>
          <p:cNvSpPr>
            <a:spLocks noGrp="1" noChangeArrowheads="1"/>
          </p:cNvSpPr>
          <p:nvPr>
            <p:ph type="sldNum" sz="quarter" idx="5"/>
          </p:nvPr>
        </p:nvSpPr>
        <p:spPr bwMode="auto">
          <a:xfrm>
            <a:off x="3848100" y="9432925"/>
            <a:ext cx="2944813" cy="496888"/>
          </a:xfrm>
          <a:prstGeom prst="rect">
            <a:avLst/>
          </a:prstGeom>
          <a:noFill/>
          <a:ln w="9525">
            <a:noFill/>
            <a:miter lim="800000"/>
            <a:headEnd/>
            <a:tailEnd/>
          </a:ln>
          <a:effectLst/>
        </p:spPr>
        <p:txBody>
          <a:bodyPr vert="horz" wrap="square" lIns="92117" tIns="46058" rIns="92117" bIns="46058" numCol="1" anchor="b" anchorCtr="0" compatLnSpc="1">
            <a:prstTxWarp prst="textNoShape">
              <a:avLst/>
            </a:prstTxWarp>
          </a:bodyPr>
          <a:lstStyle>
            <a:lvl1pPr algn="r" eaLnBrk="1" hangingPunct="1">
              <a:defRPr sz="1200"/>
            </a:lvl1pPr>
          </a:lstStyle>
          <a:p>
            <a:pPr>
              <a:defRPr/>
            </a:pPr>
            <a:fld id="{2BFF73F0-A6EF-4D2A-9A2A-3F3017AEC732}" type="slidenum">
              <a:rPr lang="ja-JP" altLang="en-US"/>
              <a:pPr>
                <a:defRPr/>
              </a:pPr>
              <a:t>‹#›</a:t>
            </a:fld>
            <a:endParaRPr lang="en-US" altLang="ja-JP"/>
          </a:p>
        </p:txBody>
      </p:sp>
    </p:spTree>
    <p:extLst>
      <p:ext uri="{BB962C8B-B14F-4D97-AF65-F5344CB8AC3E}">
        <p14:creationId xmlns:p14="http://schemas.microsoft.com/office/powerpoint/2010/main" val="111808097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65" charset="0"/>
        <a:ea typeface="ＭＳ Ｐゴシック" panose="020B0600070205080204" pitchFamily="50" charset="-128"/>
        <a:cs typeface="MS PGothic" pitchFamily="34" charset="-128"/>
      </a:defRPr>
    </a:lvl1pPr>
    <a:lvl2pPr marL="457200" algn="l" rtl="0" eaLnBrk="0" fontAlgn="base" hangingPunct="0">
      <a:spcBef>
        <a:spcPct val="30000"/>
      </a:spcBef>
      <a:spcAft>
        <a:spcPct val="0"/>
      </a:spcAft>
      <a:defRPr sz="1200" kern="1200">
        <a:solidFill>
          <a:schemeClr val="tx1"/>
        </a:solidFill>
        <a:latin typeface="Arial" pitchFamily="-65" charset="0"/>
        <a:ea typeface="ＭＳ Ｐゴシック" panose="020B0600070205080204" pitchFamily="50" charset="-128"/>
        <a:cs typeface="MS PGothic" pitchFamily="34" charset="-128"/>
      </a:defRPr>
    </a:lvl2pPr>
    <a:lvl3pPr marL="914400" algn="l" rtl="0" eaLnBrk="0" fontAlgn="base" hangingPunct="0">
      <a:spcBef>
        <a:spcPct val="30000"/>
      </a:spcBef>
      <a:spcAft>
        <a:spcPct val="0"/>
      </a:spcAft>
      <a:defRPr sz="1200" kern="1200">
        <a:solidFill>
          <a:schemeClr val="tx1"/>
        </a:solidFill>
        <a:latin typeface="Arial" pitchFamily="-65" charset="0"/>
        <a:ea typeface="ＭＳ Ｐゴシック" panose="020B0600070205080204" pitchFamily="50" charset="-128"/>
        <a:cs typeface="MS PGothic" pitchFamily="34" charset="-128"/>
      </a:defRPr>
    </a:lvl3pPr>
    <a:lvl4pPr marL="1371600" algn="l" rtl="0" eaLnBrk="0" fontAlgn="base" hangingPunct="0">
      <a:spcBef>
        <a:spcPct val="30000"/>
      </a:spcBef>
      <a:spcAft>
        <a:spcPct val="0"/>
      </a:spcAft>
      <a:defRPr sz="1200" kern="1200">
        <a:solidFill>
          <a:schemeClr val="tx1"/>
        </a:solidFill>
        <a:latin typeface="Arial" pitchFamily="-65" charset="0"/>
        <a:ea typeface="ＭＳ Ｐゴシック" panose="020B0600070205080204" pitchFamily="50" charset="-128"/>
        <a:cs typeface="MS PGothic" pitchFamily="34" charset="-128"/>
      </a:defRPr>
    </a:lvl4pPr>
    <a:lvl5pPr marL="1828800" algn="l" rtl="0" eaLnBrk="0" fontAlgn="base" hangingPunct="0">
      <a:spcBef>
        <a:spcPct val="30000"/>
      </a:spcBef>
      <a:spcAft>
        <a:spcPct val="0"/>
      </a:spcAft>
      <a:defRPr sz="1200" kern="1200">
        <a:solidFill>
          <a:schemeClr val="tx1"/>
        </a:solidFill>
        <a:latin typeface="Arial" pitchFamily="-65" charset="0"/>
        <a:ea typeface="ＭＳ Ｐゴシック" panose="020B0600070205080204" pitchFamily="50" charset="-128"/>
        <a:cs typeface="MS PGothic"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ja-JP" altLang="en-US" dirty="0"/>
          </a:p>
        </p:txBody>
      </p:sp>
      <p:sp>
        <p:nvSpPr>
          <p:cNvPr id="4" name="Slide Number Placeholder 3"/>
          <p:cNvSpPr>
            <a:spLocks noGrp="1"/>
          </p:cNvSpPr>
          <p:nvPr>
            <p:ph type="sldNum" sz="quarter" idx="5"/>
          </p:nvPr>
        </p:nvSpPr>
        <p:spPr/>
        <p:txBody>
          <a:bodyPr/>
          <a:lstStyle/>
          <a:p>
            <a:pPr>
              <a:defRPr/>
            </a:pPr>
            <a:fld id="{2BFF73F0-A6EF-4D2A-9A2A-3F3017AEC732}" type="slidenum">
              <a:rPr lang="ja-JP" altLang="en-US" smtClean="0"/>
              <a:pPr>
                <a:defRPr/>
              </a:pPr>
              <a:t>2</a:t>
            </a:fld>
            <a:endParaRPr lang="en-US" altLang="ja-JP"/>
          </a:p>
        </p:txBody>
      </p:sp>
    </p:spTree>
    <p:extLst>
      <p:ext uri="{BB962C8B-B14F-4D97-AF65-F5344CB8AC3E}">
        <p14:creationId xmlns:p14="http://schemas.microsoft.com/office/powerpoint/2010/main" val="2694008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a:ln/>
        </p:spPr>
      </p:sp>
      <p:sp>
        <p:nvSpPr>
          <p:cNvPr id="102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kumimoji="1" lang="ja-JP" altLang="en-US" dirty="0">
              <a:latin typeface="Arial" panose="020B0604020202020204" pitchFamily="34" charset="0"/>
            </a:endParaRPr>
          </a:p>
        </p:txBody>
      </p:sp>
      <p:sp>
        <p:nvSpPr>
          <p:cNvPr id="102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fld id="{7EE9BF1B-5B3A-419B-9F63-01B688A43DDC}" type="slidenum">
              <a:rPr lang="ja-JP" altLang="en-US" smtClean="0"/>
              <a:pPr/>
              <a:t>3</a:t>
            </a:fld>
            <a:endParaRPr lang="en-US" altLang="ja-JP"/>
          </a:p>
        </p:txBody>
      </p:sp>
    </p:spTree>
    <p:extLst>
      <p:ext uri="{BB962C8B-B14F-4D97-AF65-F5344CB8AC3E}">
        <p14:creationId xmlns:p14="http://schemas.microsoft.com/office/powerpoint/2010/main" val="393943787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pSp>
        <p:nvGrpSpPr>
          <p:cNvPr id="3" name="Group 54"/>
          <p:cNvGrpSpPr>
            <a:grpSpLocks/>
          </p:cNvGrpSpPr>
          <p:nvPr/>
        </p:nvGrpSpPr>
        <p:grpSpPr bwMode="auto">
          <a:xfrm>
            <a:off x="254000" y="3573463"/>
            <a:ext cx="8629650" cy="2219325"/>
            <a:chOff x="160" y="2308"/>
            <a:chExt cx="5436" cy="1398"/>
          </a:xfrm>
        </p:grpSpPr>
        <p:sp>
          <p:nvSpPr>
            <p:cNvPr id="4" name="Rectangle 32"/>
            <p:cNvSpPr>
              <a:spLocks noChangeArrowheads="1"/>
            </p:cNvSpPr>
            <p:nvPr userDrawn="1"/>
          </p:nvSpPr>
          <p:spPr bwMode="auto">
            <a:xfrm>
              <a:off x="160" y="2308"/>
              <a:ext cx="858" cy="288"/>
            </a:xfrm>
            <a:prstGeom prst="rect">
              <a:avLst/>
            </a:prstGeom>
            <a:solidFill>
              <a:schemeClr val="bg1">
                <a:alpha val="4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eaLnBrk="1" hangingPunct="1">
                <a:defRPr/>
              </a:pPr>
              <a:endParaRPr lang="en-AU" altLang="ja-JP"/>
            </a:p>
          </p:txBody>
        </p:sp>
        <p:sp>
          <p:nvSpPr>
            <p:cNvPr id="5" name="Rectangle 33"/>
            <p:cNvSpPr>
              <a:spLocks noChangeArrowheads="1"/>
            </p:cNvSpPr>
            <p:nvPr userDrawn="1"/>
          </p:nvSpPr>
          <p:spPr bwMode="auto">
            <a:xfrm>
              <a:off x="160" y="2862"/>
              <a:ext cx="858" cy="288"/>
            </a:xfrm>
            <a:prstGeom prst="rect">
              <a:avLst/>
            </a:prstGeom>
            <a:solidFill>
              <a:schemeClr val="bg1">
                <a:alpha val="4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eaLnBrk="1" hangingPunct="1">
                <a:defRPr/>
              </a:pPr>
              <a:endParaRPr lang="en-AU" altLang="ja-JP"/>
            </a:p>
          </p:txBody>
        </p:sp>
        <p:sp>
          <p:nvSpPr>
            <p:cNvPr id="6" name="Rectangle 34"/>
            <p:cNvSpPr>
              <a:spLocks noChangeArrowheads="1"/>
            </p:cNvSpPr>
            <p:nvPr userDrawn="1"/>
          </p:nvSpPr>
          <p:spPr bwMode="auto">
            <a:xfrm>
              <a:off x="160" y="3418"/>
              <a:ext cx="269" cy="288"/>
            </a:xfrm>
            <a:prstGeom prst="rect">
              <a:avLst/>
            </a:prstGeom>
            <a:solidFill>
              <a:schemeClr val="bg1">
                <a:alpha val="4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eaLnBrk="1" hangingPunct="1">
                <a:defRPr/>
              </a:pPr>
              <a:endParaRPr lang="en-AU" altLang="ja-JP"/>
            </a:p>
          </p:txBody>
        </p:sp>
        <p:sp>
          <p:nvSpPr>
            <p:cNvPr id="7" name="Rectangle 35"/>
            <p:cNvSpPr>
              <a:spLocks noChangeArrowheads="1"/>
            </p:cNvSpPr>
            <p:nvPr userDrawn="1"/>
          </p:nvSpPr>
          <p:spPr bwMode="auto">
            <a:xfrm>
              <a:off x="4738" y="2308"/>
              <a:ext cx="858" cy="288"/>
            </a:xfrm>
            <a:prstGeom prst="rect">
              <a:avLst/>
            </a:prstGeom>
            <a:solidFill>
              <a:schemeClr val="bg1">
                <a:alpha val="4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eaLnBrk="1" hangingPunct="1">
                <a:defRPr/>
              </a:pPr>
              <a:endParaRPr lang="en-AU" altLang="ja-JP"/>
            </a:p>
          </p:txBody>
        </p:sp>
        <p:sp>
          <p:nvSpPr>
            <p:cNvPr id="8" name="Rectangle 36"/>
            <p:cNvSpPr>
              <a:spLocks noChangeArrowheads="1"/>
            </p:cNvSpPr>
            <p:nvPr userDrawn="1"/>
          </p:nvSpPr>
          <p:spPr bwMode="auto">
            <a:xfrm>
              <a:off x="4738" y="2862"/>
              <a:ext cx="858" cy="288"/>
            </a:xfrm>
            <a:prstGeom prst="rect">
              <a:avLst/>
            </a:prstGeom>
            <a:solidFill>
              <a:schemeClr val="bg1">
                <a:alpha val="4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eaLnBrk="1" hangingPunct="1">
                <a:defRPr/>
              </a:pPr>
              <a:endParaRPr lang="en-AU" altLang="ja-JP"/>
            </a:p>
          </p:txBody>
        </p:sp>
        <p:sp>
          <p:nvSpPr>
            <p:cNvPr id="9" name="Rectangle 37"/>
            <p:cNvSpPr>
              <a:spLocks noChangeArrowheads="1"/>
            </p:cNvSpPr>
            <p:nvPr userDrawn="1"/>
          </p:nvSpPr>
          <p:spPr bwMode="auto">
            <a:xfrm>
              <a:off x="5327" y="3418"/>
              <a:ext cx="269" cy="288"/>
            </a:xfrm>
            <a:prstGeom prst="rect">
              <a:avLst/>
            </a:prstGeom>
            <a:solidFill>
              <a:schemeClr val="bg1">
                <a:alpha val="4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eaLnBrk="1" hangingPunct="1">
                <a:defRPr/>
              </a:pPr>
              <a:endParaRPr lang="en-AU" altLang="ja-JP"/>
            </a:p>
          </p:txBody>
        </p:sp>
        <p:sp>
          <p:nvSpPr>
            <p:cNvPr id="10" name="Freeform 38"/>
            <p:cNvSpPr>
              <a:spLocks/>
            </p:cNvSpPr>
            <p:nvPr userDrawn="1"/>
          </p:nvSpPr>
          <p:spPr bwMode="auto">
            <a:xfrm>
              <a:off x="1305" y="2308"/>
              <a:ext cx="2861" cy="288"/>
            </a:xfrm>
            <a:custGeom>
              <a:avLst/>
              <a:gdLst>
                <a:gd name="T0" fmla="*/ 0 w 2880"/>
                <a:gd name="T1" fmla="*/ 0 h 288"/>
                <a:gd name="T2" fmla="*/ 0 w 2880"/>
                <a:gd name="T3" fmla="*/ 288 h 288"/>
                <a:gd name="T4" fmla="*/ 967 w 2880"/>
                <a:gd name="T5" fmla="*/ 288 h 288"/>
                <a:gd name="T6" fmla="*/ 952 w 2880"/>
                <a:gd name="T7" fmla="*/ 256 h 288"/>
                <a:gd name="T8" fmla="*/ 895 w 2880"/>
                <a:gd name="T9" fmla="*/ 134 h 288"/>
                <a:gd name="T10" fmla="*/ 815 w 2880"/>
                <a:gd name="T11" fmla="*/ 46 h 288"/>
                <a:gd name="T12" fmla="*/ 751 w 2880"/>
                <a:gd name="T13" fmla="*/ 10 h 288"/>
                <a:gd name="T14" fmla="*/ 709 w 2880"/>
                <a:gd name="T15" fmla="*/ 0 h 288"/>
                <a:gd name="T16" fmla="*/ 0 w 2880"/>
                <a:gd name="T17" fmla="*/ 0 h 28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880" h="288">
                  <a:moveTo>
                    <a:pt x="0" y="0"/>
                  </a:moveTo>
                  <a:lnTo>
                    <a:pt x="0" y="288"/>
                  </a:lnTo>
                  <a:lnTo>
                    <a:pt x="2880" y="288"/>
                  </a:lnTo>
                  <a:lnTo>
                    <a:pt x="2838" y="256"/>
                  </a:lnTo>
                  <a:cubicBezTo>
                    <a:pt x="2838" y="256"/>
                    <a:pt x="2728" y="169"/>
                    <a:pt x="2660" y="134"/>
                  </a:cubicBezTo>
                  <a:cubicBezTo>
                    <a:pt x="2592" y="99"/>
                    <a:pt x="2502" y="67"/>
                    <a:pt x="2430" y="46"/>
                  </a:cubicBezTo>
                  <a:cubicBezTo>
                    <a:pt x="2358" y="25"/>
                    <a:pt x="2283" y="18"/>
                    <a:pt x="2230" y="10"/>
                  </a:cubicBezTo>
                  <a:lnTo>
                    <a:pt x="2112" y="0"/>
                  </a:lnTo>
                  <a:lnTo>
                    <a:pt x="0" y="0"/>
                  </a:lnTo>
                  <a:close/>
                </a:path>
              </a:pathLst>
            </a:custGeom>
            <a:solidFill>
              <a:schemeClr val="bg1">
                <a:alpha val="4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ja-JP" altLang="en-US"/>
            </a:p>
          </p:txBody>
        </p:sp>
        <p:sp>
          <p:nvSpPr>
            <p:cNvPr id="11" name="Freeform 39"/>
            <p:cNvSpPr>
              <a:spLocks/>
            </p:cNvSpPr>
            <p:nvPr userDrawn="1"/>
          </p:nvSpPr>
          <p:spPr bwMode="auto">
            <a:xfrm>
              <a:off x="1305" y="2862"/>
              <a:ext cx="3173" cy="290"/>
            </a:xfrm>
            <a:custGeom>
              <a:avLst/>
              <a:gdLst>
                <a:gd name="T0" fmla="*/ 0 w 3194"/>
                <a:gd name="T1" fmla="*/ 0 h 290"/>
                <a:gd name="T2" fmla="*/ 0 w 3194"/>
                <a:gd name="T3" fmla="*/ 288 h 290"/>
                <a:gd name="T4" fmla="*/ 1077 w 3194"/>
                <a:gd name="T5" fmla="*/ 290 h 290"/>
                <a:gd name="T6" fmla="*/ 1076 w 3194"/>
                <a:gd name="T7" fmla="*/ 256 h 290"/>
                <a:gd name="T8" fmla="*/ 1066 w 3194"/>
                <a:gd name="T9" fmla="*/ 146 h 290"/>
                <a:gd name="T10" fmla="*/ 1052 w 3194"/>
                <a:gd name="T11" fmla="*/ 34 h 290"/>
                <a:gd name="T12" fmla="*/ 1047 w 3194"/>
                <a:gd name="T13" fmla="*/ 2 h 290"/>
                <a:gd name="T14" fmla="*/ 0 w 3194"/>
                <a:gd name="T15" fmla="*/ 0 h 29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194" h="290">
                  <a:moveTo>
                    <a:pt x="0" y="0"/>
                  </a:moveTo>
                  <a:lnTo>
                    <a:pt x="0" y="288"/>
                  </a:lnTo>
                  <a:lnTo>
                    <a:pt x="3194" y="290"/>
                  </a:lnTo>
                  <a:lnTo>
                    <a:pt x="3188" y="256"/>
                  </a:lnTo>
                  <a:cubicBezTo>
                    <a:pt x="3182" y="232"/>
                    <a:pt x="3172" y="183"/>
                    <a:pt x="3160" y="146"/>
                  </a:cubicBezTo>
                  <a:cubicBezTo>
                    <a:pt x="3146" y="103"/>
                    <a:pt x="3128" y="58"/>
                    <a:pt x="3118" y="34"/>
                  </a:cubicBezTo>
                  <a:lnTo>
                    <a:pt x="3102" y="2"/>
                  </a:lnTo>
                  <a:lnTo>
                    <a:pt x="0" y="0"/>
                  </a:lnTo>
                  <a:close/>
                </a:path>
              </a:pathLst>
            </a:custGeom>
            <a:solidFill>
              <a:schemeClr val="bg1">
                <a:alpha val="4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ja-JP" altLang="en-US"/>
            </a:p>
          </p:txBody>
        </p:sp>
        <p:sp>
          <p:nvSpPr>
            <p:cNvPr id="12" name="Freeform 40"/>
            <p:cNvSpPr>
              <a:spLocks/>
            </p:cNvSpPr>
            <p:nvPr userDrawn="1"/>
          </p:nvSpPr>
          <p:spPr bwMode="auto">
            <a:xfrm>
              <a:off x="3594" y="3416"/>
              <a:ext cx="916" cy="290"/>
            </a:xfrm>
            <a:custGeom>
              <a:avLst/>
              <a:gdLst>
                <a:gd name="T0" fmla="*/ 0 w 3194"/>
                <a:gd name="T1" fmla="*/ 290 h 290"/>
                <a:gd name="T2" fmla="*/ 0 w 3194"/>
                <a:gd name="T3" fmla="*/ 2 h 290"/>
                <a:gd name="T4" fmla="*/ 0 w 3194"/>
                <a:gd name="T5" fmla="*/ 0 h 290"/>
                <a:gd name="T6" fmla="*/ 0 w 3194"/>
                <a:gd name="T7" fmla="*/ 156 h 290"/>
                <a:gd name="T8" fmla="*/ 0 w 3194"/>
                <a:gd name="T9" fmla="*/ 254 h 290"/>
                <a:gd name="T10" fmla="*/ 0 w 3194"/>
                <a:gd name="T11" fmla="*/ 290 h 290"/>
                <a:gd name="T12" fmla="*/ 0 w 3194"/>
                <a:gd name="T13" fmla="*/ 290 h 29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3194" h="290">
                  <a:moveTo>
                    <a:pt x="0" y="290"/>
                  </a:moveTo>
                  <a:lnTo>
                    <a:pt x="0" y="2"/>
                  </a:lnTo>
                  <a:lnTo>
                    <a:pt x="3194" y="0"/>
                  </a:lnTo>
                  <a:lnTo>
                    <a:pt x="3176" y="156"/>
                  </a:lnTo>
                  <a:cubicBezTo>
                    <a:pt x="3169" y="198"/>
                    <a:pt x="3162" y="232"/>
                    <a:pt x="3150" y="254"/>
                  </a:cubicBezTo>
                  <a:lnTo>
                    <a:pt x="3140" y="290"/>
                  </a:lnTo>
                  <a:lnTo>
                    <a:pt x="0" y="290"/>
                  </a:lnTo>
                  <a:close/>
                </a:path>
              </a:pathLst>
            </a:custGeom>
            <a:solidFill>
              <a:schemeClr val="bg1">
                <a:alpha val="49019"/>
              </a:schemeClr>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endParaRPr lang="ja-JP" altLang="en-US"/>
            </a:p>
          </p:txBody>
        </p:sp>
        <p:sp>
          <p:nvSpPr>
            <p:cNvPr id="13" name="Rectangle 41"/>
            <p:cNvSpPr>
              <a:spLocks noChangeArrowheads="1"/>
            </p:cNvSpPr>
            <p:nvPr userDrawn="1"/>
          </p:nvSpPr>
          <p:spPr bwMode="auto">
            <a:xfrm>
              <a:off x="1877" y="3418"/>
              <a:ext cx="858" cy="288"/>
            </a:xfrm>
            <a:prstGeom prst="rect">
              <a:avLst/>
            </a:prstGeom>
            <a:solidFill>
              <a:schemeClr val="bg1">
                <a:alpha val="4901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eaLnBrk="1" hangingPunct="1">
                <a:defRPr/>
              </a:pPr>
              <a:endParaRPr lang="en-AU" altLang="ja-JP"/>
            </a:p>
          </p:txBody>
        </p:sp>
      </p:grpSp>
      <p:sp>
        <p:nvSpPr>
          <p:cNvPr id="14" name="Line 43"/>
          <p:cNvSpPr>
            <a:spLocks noChangeShapeType="1"/>
          </p:cNvSpPr>
          <p:nvPr/>
        </p:nvSpPr>
        <p:spPr bwMode="auto">
          <a:xfrm>
            <a:off x="255588" y="1022350"/>
            <a:ext cx="8629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ja-JP" altLang="en-US"/>
          </a:p>
        </p:txBody>
      </p:sp>
      <p:pic>
        <p:nvPicPr>
          <p:cNvPr id="15" name="Picture 47" descr="ibmlogoblk"/>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99450" y="674688"/>
            <a:ext cx="6032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6"/>
          <p:cNvSpPr>
            <a:spLocks noChangeArrowheads="1"/>
          </p:cNvSpPr>
          <p:nvPr/>
        </p:nvSpPr>
        <p:spPr bwMode="black">
          <a:xfrm>
            <a:off x="5924550" y="6496050"/>
            <a:ext cx="3054350" cy="214313"/>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algn="r" eaLnBrk="1" hangingPunct="1">
              <a:defRPr/>
            </a:pPr>
            <a:r>
              <a:rPr lang="en-US" altLang="ja-JP" sz="800" dirty="0"/>
              <a:t>© 2019</a:t>
            </a:r>
            <a:r>
              <a:rPr lang="ja-JP" altLang="en-US" sz="800" dirty="0"/>
              <a:t> </a:t>
            </a:r>
            <a:r>
              <a:rPr lang="en-US" altLang="ja-JP" sz="800" dirty="0"/>
              <a:t>IBM Corporation</a:t>
            </a:r>
            <a:endParaRPr lang="en-US" altLang="ja-JP" dirty="0"/>
          </a:p>
        </p:txBody>
      </p:sp>
      <p:pic>
        <p:nvPicPr>
          <p:cNvPr id="17" name="Picture 9"/>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84163" y="3846513"/>
            <a:ext cx="8575675" cy="222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152400" y="1428750"/>
            <a:ext cx="8766175" cy="1992313"/>
          </a:xfrm>
        </p:spPr>
        <p:txBody>
          <a:bodyPr anchor="b"/>
          <a:lstStyle>
            <a:lvl1pPr>
              <a:lnSpc>
                <a:spcPts val="3200"/>
              </a:lnSpc>
              <a:defRPr sz="3500">
                <a:solidFill>
                  <a:schemeClr val="tx1"/>
                </a:solidFill>
              </a:defRPr>
            </a:lvl1pPr>
          </a:lstStyle>
          <a:p>
            <a:r>
              <a:rPr lang="en-US"/>
              <a:t>Click to edit master title style</a:t>
            </a:r>
          </a:p>
        </p:txBody>
      </p:sp>
      <p:sp>
        <p:nvSpPr>
          <p:cNvPr id="18" name="Rectangle 20"/>
          <p:cNvSpPr>
            <a:spLocks noGrp="1" noChangeArrowheads="1"/>
          </p:cNvSpPr>
          <p:nvPr>
            <p:ph type="ftr" sz="quarter" idx="10"/>
          </p:nvPr>
        </p:nvSpPr>
        <p:spPr bwMode="auto">
          <a:xfrm>
            <a:off x="3124200" y="6245225"/>
            <a:ext cx="2895600" cy="47625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0" hangingPunct="0">
              <a:defRPr sz="1400"/>
            </a:lvl1pPr>
          </a:lstStyle>
          <a:p>
            <a:pPr>
              <a:defRPr/>
            </a:pPr>
            <a:endParaRPr lang="en-US" altLang="ja-JP"/>
          </a:p>
        </p:txBody>
      </p:sp>
    </p:spTree>
    <p:extLst>
      <p:ext uri="{BB962C8B-B14F-4D97-AF65-F5344CB8AC3E}">
        <p14:creationId xmlns:p14="http://schemas.microsoft.com/office/powerpoint/2010/main" val="6657720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sldNum" sz="quarter" idx="10"/>
          </p:nvPr>
        </p:nvSpPr>
        <p:spPr>
          <a:ln/>
        </p:spPr>
        <p:txBody>
          <a:bodyPr/>
          <a:lstStyle>
            <a:lvl1pPr>
              <a:defRPr/>
            </a:lvl1pPr>
          </a:lstStyle>
          <a:p>
            <a:pPr>
              <a:defRPr/>
            </a:pPr>
            <a:fld id="{8C4A72E1-318E-4C72-942F-5BE7BDDF1FD2}" type="slidenum">
              <a:rPr lang="ja-JP" altLang="en-US"/>
              <a:pPr>
                <a:defRPr/>
              </a:pPr>
              <a:t>‹#›</a:t>
            </a:fld>
            <a:endParaRPr lang="en-US" altLang="ja-JP"/>
          </a:p>
        </p:txBody>
      </p:sp>
    </p:spTree>
    <p:extLst>
      <p:ext uri="{BB962C8B-B14F-4D97-AF65-F5344CB8AC3E}">
        <p14:creationId xmlns:p14="http://schemas.microsoft.com/office/powerpoint/2010/main" val="4156269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0"/>
          <p:cNvSpPr>
            <a:spLocks noGrp="1" noChangeArrowheads="1"/>
          </p:cNvSpPr>
          <p:nvPr>
            <p:ph type="sldNum" sz="quarter" idx="10"/>
          </p:nvPr>
        </p:nvSpPr>
        <p:spPr>
          <a:ln/>
        </p:spPr>
        <p:txBody>
          <a:bodyPr/>
          <a:lstStyle>
            <a:lvl1pPr>
              <a:defRPr/>
            </a:lvl1pPr>
          </a:lstStyle>
          <a:p>
            <a:pPr>
              <a:defRPr/>
            </a:pPr>
            <a:fld id="{24DCC40A-90D8-4956-A8C6-A3CC8AAFB891}" type="slidenum">
              <a:rPr lang="ja-JP" altLang="en-US"/>
              <a:pPr>
                <a:defRPr/>
              </a:pPr>
              <a:t>‹#›</a:t>
            </a:fld>
            <a:endParaRPr lang="en-US" altLang="ja-JP"/>
          </a:p>
        </p:txBody>
      </p:sp>
    </p:spTree>
    <p:extLst>
      <p:ext uri="{BB962C8B-B14F-4D97-AF65-F5344CB8AC3E}">
        <p14:creationId xmlns:p14="http://schemas.microsoft.com/office/powerpoint/2010/main" val="3466063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 y="1828800"/>
            <a:ext cx="43053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0100" y="1828800"/>
            <a:ext cx="4305300" cy="4495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0"/>
          <p:cNvSpPr>
            <a:spLocks noGrp="1" noChangeArrowheads="1"/>
          </p:cNvSpPr>
          <p:nvPr>
            <p:ph type="sldNum" sz="quarter" idx="10"/>
          </p:nvPr>
        </p:nvSpPr>
        <p:spPr>
          <a:ln/>
        </p:spPr>
        <p:txBody>
          <a:bodyPr/>
          <a:lstStyle>
            <a:lvl1pPr>
              <a:defRPr/>
            </a:lvl1pPr>
          </a:lstStyle>
          <a:p>
            <a:pPr>
              <a:defRPr/>
            </a:pPr>
            <a:fld id="{217DE65E-9110-4327-AADB-2543157719C4}" type="slidenum">
              <a:rPr lang="ja-JP" altLang="en-US"/>
              <a:pPr>
                <a:defRPr/>
              </a:pPr>
              <a:t>‹#›</a:t>
            </a:fld>
            <a:endParaRPr lang="en-US" altLang="ja-JP"/>
          </a:p>
        </p:txBody>
      </p:sp>
    </p:spTree>
    <p:extLst>
      <p:ext uri="{BB962C8B-B14F-4D97-AF65-F5344CB8AC3E}">
        <p14:creationId xmlns:p14="http://schemas.microsoft.com/office/powerpoint/2010/main" val="19906930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0"/>
          <p:cNvSpPr>
            <a:spLocks noGrp="1" noChangeArrowheads="1"/>
          </p:cNvSpPr>
          <p:nvPr>
            <p:ph type="sldNum" sz="quarter" idx="10"/>
          </p:nvPr>
        </p:nvSpPr>
        <p:spPr>
          <a:ln/>
        </p:spPr>
        <p:txBody>
          <a:bodyPr/>
          <a:lstStyle>
            <a:lvl1pPr>
              <a:defRPr/>
            </a:lvl1pPr>
          </a:lstStyle>
          <a:p>
            <a:pPr>
              <a:defRPr/>
            </a:pPr>
            <a:fld id="{AA96F4A5-9508-46BC-A14C-3EF8BF875D1B}" type="slidenum">
              <a:rPr lang="ja-JP" altLang="en-US"/>
              <a:pPr>
                <a:defRPr/>
              </a:pPr>
              <a:t>‹#›</a:t>
            </a:fld>
            <a:endParaRPr lang="en-US" altLang="ja-JP"/>
          </a:p>
        </p:txBody>
      </p:sp>
    </p:spTree>
    <p:extLst>
      <p:ext uri="{BB962C8B-B14F-4D97-AF65-F5344CB8AC3E}">
        <p14:creationId xmlns:p14="http://schemas.microsoft.com/office/powerpoint/2010/main" val="32831647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0"/>
          <p:cNvSpPr>
            <a:spLocks noGrp="1" noChangeArrowheads="1"/>
          </p:cNvSpPr>
          <p:nvPr>
            <p:ph type="sldNum" sz="quarter" idx="10"/>
          </p:nvPr>
        </p:nvSpPr>
        <p:spPr>
          <a:ln/>
        </p:spPr>
        <p:txBody>
          <a:bodyPr/>
          <a:lstStyle>
            <a:lvl1pPr>
              <a:defRPr/>
            </a:lvl1pPr>
          </a:lstStyle>
          <a:p>
            <a:pPr>
              <a:defRPr/>
            </a:pPr>
            <a:fld id="{BF5E7F1F-B471-4C04-B1B8-C052D205105E}" type="slidenum">
              <a:rPr lang="ja-JP" altLang="en-US"/>
              <a:pPr>
                <a:defRPr/>
              </a:pPr>
              <a:t>‹#›</a:t>
            </a:fld>
            <a:endParaRPr lang="en-US" altLang="ja-JP"/>
          </a:p>
        </p:txBody>
      </p:sp>
    </p:spTree>
    <p:extLst>
      <p:ext uri="{BB962C8B-B14F-4D97-AF65-F5344CB8AC3E}">
        <p14:creationId xmlns:p14="http://schemas.microsoft.com/office/powerpoint/2010/main" val="4213592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0"/>
          <p:cNvSpPr>
            <a:spLocks noGrp="1" noChangeArrowheads="1"/>
          </p:cNvSpPr>
          <p:nvPr>
            <p:ph type="sldNum" sz="quarter" idx="10"/>
          </p:nvPr>
        </p:nvSpPr>
        <p:spPr>
          <a:ln/>
        </p:spPr>
        <p:txBody>
          <a:bodyPr/>
          <a:lstStyle>
            <a:lvl1pPr>
              <a:defRPr/>
            </a:lvl1pPr>
          </a:lstStyle>
          <a:p>
            <a:pPr>
              <a:defRPr/>
            </a:pPr>
            <a:fld id="{C0085636-D747-42B9-A1CA-011FEF1A5994}" type="slidenum">
              <a:rPr lang="ja-JP" altLang="en-US"/>
              <a:pPr>
                <a:defRPr/>
              </a:pPr>
              <a:t>‹#›</a:t>
            </a:fld>
            <a:endParaRPr lang="en-US" altLang="ja-JP"/>
          </a:p>
        </p:txBody>
      </p:sp>
    </p:spTree>
    <p:extLst>
      <p:ext uri="{BB962C8B-B14F-4D97-AF65-F5344CB8AC3E}">
        <p14:creationId xmlns:p14="http://schemas.microsoft.com/office/powerpoint/2010/main" val="3424969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sldNum" sz="quarter" idx="10"/>
          </p:nvPr>
        </p:nvSpPr>
        <p:spPr>
          <a:ln/>
        </p:spPr>
        <p:txBody>
          <a:bodyPr/>
          <a:lstStyle>
            <a:lvl1pPr>
              <a:defRPr/>
            </a:lvl1pPr>
          </a:lstStyle>
          <a:p>
            <a:pPr>
              <a:defRPr/>
            </a:pPr>
            <a:fld id="{A6FA0AB0-BC7D-49C9-99E2-DF60AEB2C947}" type="slidenum">
              <a:rPr lang="ja-JP" altLang="en-US"/>
              <a:pPr>
                <a:defRPr/>
              </a:pPr>
              <a:t>‹#›</a:t>
            </a:fld>
            <a:endParaRPr lang="en-US" altLang="ja-JP"/>
          </a:p>
        </p:txBody>
      </p:sp>
    </p:spTree>
    <p:extLst>
      <p:ext uri="{BB962C8B-B14F-4D97-AF65-F5344CB8AC3E}">
        <p14:creationId xmlns:p14="http://schemas.microsoft.com/office/powerpoint/2010/main" val="3038772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0"/>
          <p:cNvSpPr>
            <a:spLocks noGrp="1" noChangeArrowheads="1"/>
          </p:cNvSpPr>
          <p:nvPr>
            <p:ph type="sldNum" sz="quarter" idx="10"/>
          </p:nvPr>
        </p:nvSpPr>
        <p:spPr>
          <a:ln/>
        </p:spPr>
        <p:txBody>
          <a:bodyPr/>
          <a:lstStyle>
            <a:lvl1pPr>
              <a:defRPr/>
            </a:lvl1pPr>
          </a:lstStyle>
          <a:p>
            <a:pPr>
              <a:defRPr/>
            </a:pPr>
            <a:fld id="{D7B0FC26-74AB-445B-B5A9-A371EF0180F5}" type="slidenum">
              <a:rPr lang="ja-JP" altLang="en-US"/>
              <a:pPr>
                <a:defRPr/>
              </a:pPr>
              <a:t>‹#›</a:t>
            </a:fld>
            <a:endParaRPr lang="en-US" altLang="ja-JP"/>
          </a:p>
        </p:txBody>
      </p:sp>
    </p:spTree>
    <p:extLst>
      <p:ext uri="{BB962C8B-B14F-4D97-AF65-F5344CB8AC3E}">
        <p14:creationId xmlns:p14="http://schemas.microsoft.com/office/powerpoint/2010/main" val="2767444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sldNum" sz="quarter" idx="10"/>
          </p:nvPr>
        </p:nvSpPr>
        <p:spPr>
          <a:ln/>
        </p:spPr>
        <p:txBody>
          <a:bodyPr/>
          <a:lstStyle>
            <a:lvl1pPr>
              <a:defRPr/>
            </a:lvl1pPr>
          </a:lstStyle>
          <a:p>
            <a:pPr>
              <a:defRPr/>
            </a:pPr>
            <a:fld id="{D9FFA9DE-9A4D-4AE4-9DA0-402BB1FD3646}" type="slidenum">
              <a:rPr lang="ja-JP" altLang="en-US"/>
              <a:pPr>
                <a:defRPr/>
              </a:pPr>
              <a:t>‹#›</a:t>
            </a:fld>
            <a:endParaRPr lang="en-US" altLang="ja-JP"/>
          </a:p>
        </p:txBody>
      </p:sp>
    </p:spTree>
    <p:extLst>
      <p:ext uri="{BB962C8B-B14F-4D97-AF65-F5344CB8AC3E}">
        <p14:creationId xmlns:p14="http://schemas.microsoft.com/office/powerpoint/2010/main" val="457748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7825" y="547688"/>
            <a:ext cx="2190750" cy="57769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 y="547688"/>
            <a:ext cx="6423025" cy="5776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0"/>
          <p:cNvSpPr>
            <a:spLocks noGrp="1" noChangeArrowheads="1"/>
          </p:cNvSpPr>
          <p:nvPr>
            <p:ph type="sldNum" sz="quarter" idx="10"/>
          </p:nvPr>
        </p:nvSpPr>
        <p:spPr>
          <a:ln/>
        </p:spPr>
        <p:txBody>
          <a:bodyPr/>
          <a:lstStyle>
            <a:lvl1pPr>
              <a:defRPr/>
            </a:lvl1pPr>
          </a:lstStyle>
          <a:p>
            <a:pPr>
              <a:defRPr/>
            </a:pPr>
            <a:fld id="{44B7C724-8CA7-423A-AF15-EB79BE8F5FE7}" type="slidenum">
              <a:rPr lang="ja-JP" altLang="en-US"/>
              <a:pPr>
                <a:defRPr/>
              </a:pPr>
              <a:t>‹#›</a:t>
            </a:fld>
            <a:endParaRPr lang="en-US" altLang="ja-JP"/>
          </a:p>
        </p:txBody>
      </p:sp>
    </p:spTree>
    <p:extLst>
      <p:ext uri="{BB962C8B-B14F-4D97-AF65-F5344CB8AC3E}">
        <p14:creationId xmlns:p14="http://schemas.microsoft.com/office/powerpoint/2010/main" val="907856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52400" y="547688"/>
            <a:ext cx="8766175" cy="1143000"/>
          </a:xfrm>
        </p:spPr>
        <p:txBody>
          <a:bodyPr/>
          <a:lstStyle/>
          <a:p>
            <a:r>
              <a:rPr lang="en-US" altLang="ja-JP"/>
              <a:t>Click to edit Master title style</a:t>
            </a:r>
            <a:endParaRPr lang="ja-JP" altLang="en-US"/>
          </a:p>
        </p:txBody>
      </p:sp>
      <p:sp>
        <p:nvSpPr>
          <p:cNvPr id="3" name="Table Placeholder 2"/>
          <p:cNvSpPr>
            <a:spLocks noGrp="1"/>
          </p:cNvSpPr>
          <p:nvPr>
            <p:ph type="tbl" idx="1"/>
          </p:nvPr>
        </p:nvSpPr>
        <p:spPr>
          <a:xfrm>
            <a:off x="152400" y="1828800"/>
            <a:ext cx="8763000" cy="4495800"/>
          </a:xfrm>
        </p:spPr>
        <p:txBody>
          <a:bodyPr/>
          <a:lstStyle/>
          <a:p>
            <a:pPr lvl="0"/>
            <a:endParaRPr lang="ja-JP" altLang="en-US" noProof="0"/>
          </a:p>
        </p:txBody>
      </p:sp>
      <p:sp>
        <p:nvSpPr>
          <p:cNvPr id="4" name="Rectangle 10"/>
          <p:cNvSpPr>
            <a:spLocks noGrp="1" noChangeArrowheads="1"/>
          </p:cNvSpPr>
          <p:nvPr>
            <p:ph type="sldNum" sz="quarter" idx="10"/>
          </p:nvPr>
        </p:nvSpPr>
        <p:spPr>
          <a:ln/>
        </p:spPr>
        <p:txBody>
          <a:bodyPr/>
          <a:lstStyle>
            <a:lvl1pPr>
              <a:defRPr/>
            </a:lvl1pPr>
          </a:lstStyle>
          <a:p>
            <a:pPr>
              <a:defRPr/>
            </a:pPr>
            <a:fld id="{2F4036DC-1BB1-4C68-A03F-AAA2BB6D5968}" type="slidenum">
              <a:rPr lang="ja-JP" altLang="en-US"/>
              <a:pPr>
                <a:defRPr/>
              </a:pPr>
              <a:t>‹#›</a:t>
            </a:fld>
            <a:endParaRPr lang="en-US" altLang="ja-JP"/>
          </a:p>
        </p:txBody>
      </p:sp>
    </p:spTree>
    <p:extLst>
      <p:ext uri="{BB962C8B-B14F-4D97-AF65-F5344CB8AC3E}">
        <p14:creationId xmlns:p14="http://schemas.microsoft.com/office/powerpoint/2010/main" val="292663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52400" y="547688"/>
            <a:ext cx="876617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a:t>Click to edit Master title style</a:t>
            </a:r>
          </a:p>
        </p:txBody>
      </p:sp>
      <p:sp>
        <p:nvSpPr>
          <p:cNvPr id="1027" name="Rectangle 3"/>
          <p:cNvSpPr>
            <a:spLocks noGrp="1" noChangeArrowheads="1"/>
          </p:cNvSpPr>
          <p:nvPr>
            <p:ph type="body" idx="1"/>
          </p:nvPr>
        </p:nvSpPr>
        <p:spPr bwMode="auto">
          <a:xfrm>
            <a:off x="152400" y="1828800"/>
            <a:ext cx="8763000"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a:t>Click to edit Master text styles</a:t>
            </a:r>
          </a:p>
          <a:p>
            <a:pPr lvl="1"/>
            <a:r>
              <a:rPr lang="en-US" altLang="ja-JP"/>
              <a:t>Second level</a:t>
            </a:r>
          </a:p>
          <a:p>
            <a:pPr lvl="2"/>
            <a:r>
              <a:rPr lang="en-US" altLang="ja-JP"/>
              <a:t>Third level</a:t>
            </a:r>
          </a:p>
          <a:p>
            <a:pPr lvl="3"/>
            <a:r>
              <a:rPr lang="en-US" altLang="ja-JP"/>
              <a:t>Fourth level</a:t>
            </a:r>
          </a:p>
          <a:p>
            <a:pPr lvl="4"/>
            <a:r>
              <a:rPr lang="en-US" altLang="ja-JP"/>
              <a:t>Fifth level</a:t>
            </a:r>
          </a:p>
        </p:txBody>
      </p:sp>
      <p:sp>
        <p:nvSpPr>
          <p:cNvPr id="1028" name="Line 7"/>
          <p:cNvSpPr>
            <a:spLocks noChangeShapeType="1"/>
          </p:cNvSpPr>
          <p:nvPr/>
        </p:nvSpPr>
        <p:spPr bwMode="auto">
          <a:xfrm>
            <a:off x="255588" y="549275"/>
            <a:ext cx="86296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ja-JP" altLang="en-US"/>
          </a:p>
        </p:txBody>
      </p:sp>
      <p:pic>
        <p:nvPicPr>
          <p:cNvPr id="1029" name="Picture 8" descr="ibmlogoblk"/>
          <p:cNvPicPr>
            <a:picLocks noChangeAspect="1" noChangeArrowheads="1"/>
          </p:cNvPicPr>
          <p:nvPr/>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299450" y="211138"/>
            <a:ext cx="603250" cy="25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Rectangle 6"/>
          <p:cNvSpPr>
            <a:spLocks noChangeArrowheads="1"/>
          </p:cNvSpPr>
          <p:nvPr/>
        </p:nvSpPr>
        <p:spPr bwMode="black">
          <a:xfrm>
            <a:off x="5927725" y="6496050"/>
            <a:ext cx="3054350" cy="214313"/>
          </a:xfrm>
          <a:prstGeom prst="rect">
            <a:avLst/>
          </a:prstGeom>
          <a:noFill/>
          <a:ln w="9525">
            <a:noFill/>
            <a:miter lim="800000"/>
            <a:headEnd/>
            <a:tailEnd/>
          </a:ln>
          <a:effectLst/>
        </p:spPr>
        <p:txBody>
          <a:bodyPr lIns="92075" tIns="46038" rIns="92075" bIns="46038">
            <a:spAutoFit/>
          </a:bodyPr>
          <a:lstStyle>
            <a:lvl1pPr eaLnBrk="0" hangingPunct="0">
              <a:defRPr>
                <a:solidFill>
                  <a:schemeClr val="tx1"/>
                </a:solidFill>
                <a:latin typeface="Arial" panose="020B0604020202020204" pitchFamily="34" charset="0"/>
                <a:ea typeface="ＭＳ Ｐゴシック" panose="020B0600070205080204" pitchFamily="50" charset="-128"/>
              </a:defRPr>
            </a:lvl1pPr>
            <a:lvl2pPr marL="742950" indent="-285750" eaLnBrk="0" hangingPunct="0">
              <a:defRPr>
                <a:solidFill>
                  <a:schemeClr val="tx1"/>
                </a:solidFill>
                <a:latin typeface="Arial" panose="020B0604020202020204" pitchFamily="34" charset="0"/>
                <a:ea typeface="ＭＳ Ｐゴシック" panose="020B0600070205080204" pitchFamily="50" charset="-128"/>
              </a:defRPr>
            </a:lvl2pPr>
            <a:lvl3pPr marL="1143000" indent="-228600" eaLnBrk="0" hangingPunct="0">
              <a:defRPr>
                <a:solidFill>
                  <a:schemeClr val="tx1"/>
                </a:solidFill>
                <a:latin typeface="Arial" panose="020B0604020202020204" pitchFamily="34" charset="0"/>
                <a:ea typeface="ＭＳ Ｐゴシック" panose="020B0600070205080204" pitchFamily="50" charset="-128"/>
              </a:defRPr>
            </a:lvl3pPr>
            <a:lvl4pPr marL="1600200" indent="-228600" eaLnBrk="0" hangingPunct="0">
              <a:defRPr>
                <a:solidFill>
                  <a:schemeClr val="tx1"/>
                </a:solidFill>
                <a:latin typeface="Arial" panose="020B0604020202020204" pitchFamily="34" charset="0"/>
                <a:ea typeface="ＭＳ Ｐゴシック" panose="020B0600070205080204" pitchFamily="50" charset="-128"/>
              </a:defRPr>
            </a:lvl4pPr>
            <a:lvl5pPr marL="2057400" indent="-228600" eaLnBrk="0" hangingPunct="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pPr algn="r" eaLnBrk="1" hangingPunct="1">
              <a:defRPr/>
            </a:pPr>
            <a:r>
              <a:rPr lang="en-US" altLang="ja-JP" sz="800" dirty="0"/>
              <a:t>© 2019</a:t>
            </a:r>
            <a:r>
              <a:rPr lang="ja-JP" altLang="en-US" sz="800" dirty="0"/>
              <a:t> </a:t>
            </a:r>
            <a:r>
              <a:rPr lang="en-US" altLang="ja-JP" sz="800" dirty="0"/>
              <a:t>IBM Corporation</a:t>
            </a:r>
            <a:endParaRPr lang="en-US" altLang="ja-JP" dirty="0"/>
          </a:p>
        </p:txBody>
      </p:sp>
      <p:sp>
        <p:nvSpPr>
          <p:cNvPr id="1034" name="Rectangle 10"/>
          <p:cNvSpPr>
            <a:spLocks noGrp="1" noChangeArrowheads="1"/>
          </p:cNvSpPr>
          <p:nvPr>
            <p:ph type="sldNum" sz="quarter" idx="4"/>
          </p:nvPr>
        </p:nvSpPr>
        <p:spPr bwMode="auto">
          <a:xfrm>
            <a:off x="107950" y="6577013"/>
            <a:ext cx="2133600" cy="215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0" hangingPunct="0">
              <a:defRPr sz="1200"/>
            </a:lvl1pPr>
          </a:lstStyle>
          <a:p>
            <a:pPr>
              <a:defRPr/>
            </a:pPr>
            <a:fld id="{23052BFE-D550-41F3-8B15-878125840D7F}" type="slidenum">
              <a:rPr lang="ja-JP" altLang="en-US"/>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6128" r:id="rId1"/>
    <p:sldLayoutId id="2147486117" r:id="rId2"/>
    <p:sldLayoutId id="2147486118" r:id="rId3"/>
    <p:sldLayoutId id="2147486119" r:id="rId4"/>
    <p:sldLayoutId id="2147486120" r:id="rId5"/>
    <p:sldLayoutId id="2147486121" r:id="rId6"/>
    <p:sldLayoutId id="2147486122" r:id="rId7"/>
    <p:sldLayoutId id="2147486123" r:id="rId8"/>
    <p:sldLayoutId id="2147486124" r:id="rId9"/>
    <p:sldLayoutId id="2147486125" r:id="rId10"/>
    <p:sldLayoutId id="2147486126" r:id="rId11"/>
    <p:sldLayoutId id="2147486127" r:id="rId12"/>
  </p:sldLayoutIdLst>
  <p:hf hdr="0" ftr="0" dt="0"/>
  <p:txStyles>
    <p:titleStyle>
      <a:lvl1pPr algn="l" rtl="0" eaLnBrk="0" fontAlgn="base" hangingPunct="0">
        <a:spcBef>
          <a:spcPct val="0"/>
        </a:spcBef>
        <a:spcAft>
          <a:spcPct val="0"/>
        </a:spcAft>
        <a:defRPr sz="2200">
          <a:solidFill>
            <a:schemeClr val="accent1"/>
          </a:solidFill>
          <a:latin typeface="+mj-lt"/>
          <a:ea typeface="ＭＳ Ｐゴシック" panose="020B0600070205080204" pitchFamily="50" charset="-128"/>
          <a:cs typeface="MS PGothic" pitchFamily="34" charset="-128"/>
        </a:defRPr>
      </a:lvl1pPr>
      <a:lvl2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2pPr>
      <a:lvl3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3pPr>
      <a:lvl4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4pPr>
      <a:lvl5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5pPr>
      <a:lvl6pPr marL="457200" algn="l" rtl="0" fontAlgn="base">
        <a:spcBef>
          <a:spcPct val="0"/>
        </a:spcBef>
        <a:spcAft>
          <a:spcPct val="0"/>
        </a:spcAft>
        <a:defRPr sz="2200">
          <a:solidFill>
            <a:schemeClr val="accent1"/>
          </a:solidFill>
          <a:latin typeface="Arial" pitchFamily="-65" charset="0"/>
        </a:defRPr>
      </a:lvl6pPr>
      <a:lvl7pPr marL="914400" algn="l" rtl="0" fontAlgn="base">
        <a:spcBef>
          <a:spcPct val="0"/>
        </a:spcBef>
        <a:spcAft>
          <a:spcPct val="0"/>
        </a:spcAft>
        <a:defRPr sz="2200">
          <a:solidFill>
            <a:schemeClr val="accent1"/>
          </a:solidFill>
          <a:latin typeface="Arial" pitchFamily="-65" charset="0"/>
        </a:defRPr>
      </a:lvl7pPr>
      <a:lvl8pPr marL="1371600" algn="l" rtl="0" fontAlgn="base">
        <a:spcBef>
          <a:spcPct val="0"/>
        </a:spcBef>
        <a:spcAft>
          <a:spcPct val="0"/>
        </a:spcAft>
        <a:defRPr sz="2200">
          <a:solidFill>
            <a:schemeClr val="accent1"/>
          </a:solidFill>
          <a:latin typeface="Arial" pitchFamily="-65" charset="0"/>
        </a:defRPr>
      </a:lvl8pPr>
      <a:lvl9pPr marL="1828800" algn="l" rtl="0" fontAlgn="base">
        <a:spcBef>
          <a:spcPct val="0"/>
        </a:spcBef>
        <a:spcAft>
          <a:spcPct val="0"/>
        </a:spcAft>
        <a:defRPr sz="2200">
          <a:solidFill>
            <a:schemeClr val="accent1"/>
          </a:solidFill>
          <a:latin typeface="Arial" pitchFamily="-65" charset="0"/>
        </a:defRPr>
      </a:lvl9pPr>
    </p:titleStyle>
    <p:bodyStyle>
      <a:lvl1pPr marL="171450" indent="-171450" algn="l" rtl="0" eaLnBrk="0" fontAlgn="base" hangingPunct="0">
        <a:spcBef>
          <a:spcPct val="20000"/>
        </a:spcBef>
        <a:spcAft>
          <a:spcPct val="0"/>
        </a:spcAft>
        <a:buClr>
          <a:schemeClr val="tx1"/>
        </a:buClr>
        <a:buFont typeface="Wingdings" panose="05000000000000000000" pitchFamily="2" charset="2"/>
        <a:buChar char="§"/>
        <a:defRPr sz="1600">
          <a:solidFill>
            <a:schemeClr val="tx1"/>
          </a:solidFill>
          <a:latin typeface="+mn-lt"/>
          <a:ea typeface="ＭＳ Ｐゴシック" panose="020B0600070205080204" pitchFamily="50" charset="-128"/>
          <a:cs typeface="MS PGothic" pitchFamily="34" charset="-128"/>
        </a:defRPr>
      </a:lvl1pPr>
      <a:lvl2pPr marL="509588" indent="-174625" algn="l" rtl="0" eaLnBrk="0" fontAlgn="base" hangingPunct="0">
        <a:spcBef>
          <a:spcPct val="20000"/>
        </a:spcBef>
        <a:spcAft>
          <a:spcPct val="0"/>
        </a:spcAft>
        <a:buClr>
          <a:schemeClr val="tx1"/>
        </a:buClr>
        <a:buFont typeface="Arial" panose="020B0604020202020204" pitchFamily="34" charset="0"/>
        <a:buChar char="–"/>
        <a:defRPr sz="1400">
          <a:solidFill>
            <a:schemeClr val="tx1"/>
          </a:solidFill>
          <a:latin typeface="+mn-lt"/>
          <a:ea typeface="ＭＳ Ｐゴシック" panose="020B0600070205080204" pitchFamily="50" charset="-128"/>
          <a:cs typeface="MS PGothic" pitchFamily="34" charset="-128"/>
        </a:defRPr>
      </a:lvl2pPr>
      <a:lvl3pPr marL="692150" indent="-11113" algn="l" rtl="0" eaLnBrk="0" fontAlgn="base" hangingPunct="0">
        <a:spcBef>
          <a:spcPct val="20000"/>
        </a:spcBef>
        <a:spcAft>
          <a:spcPct val="0"/>
        </a:spcAft>
        <a:defRPr sz="1400">
          <a:solidFill>
            <a:schemeClr val="tx1"/>
          </a:solidFill>
          <a:latin typeface="+mn-lt"/>
          <a:ea typeface="ＭＳ Ｐゴシック" panose="020B0600070205080204" pitchFamily="50" charset="-128"/>
          <a:cs typeface="MS PGothic" pitchFamily="34" charset="-128"/>
        </a:defRPr>
      </a:lvl3pPr>
      <a:lvl4pPr marL="1025525" indent="1588" algn="l" rtl="0" eaLnBrk="0" fontAlgn="base" hangingPunct="0">
        <a:spcBef>
          <a:spcPct val="20000"/>
        </a:spcBef>
        <a:spcAft>
          <a:spcPct val="0"/>
        </a:spcAft>
        <a:defRPr sz="1400">
          <a:solidFill>
            <a:schemeClr val="tx1"/>
          </a:solidFill>
          <a:latin typeface="+mn-lt"/>
          <a:ea typeface="ＭＳ Ｐゴシック" panose="020B0600070205080204" pitchFamily="50" charset="-128"/>
          <a:cs typeface="MS PGothic" pitchFamily="34" charset="-128"/>
        </a:defRPr>
      </a:lvl4pPr>
      <a:lvl5pPr marL="1371600" indent="457200" algn="l" rtl="0" eaLnBrk="0" fontAlgn="base" hangingPunct="0">
        <a:spcBef>
          <a:spcPct val="20000"/>
        </a:spcBef>
        <a:spcAft>
          <a:spcPct val="0"/>
        </a:spcAft>
        <a:defRPr sz="1400">
          <a:solidFill>
            <a:schemeClr val="tx1"/>
          </a:solidFill>
          <a:latin typeface="+mn-lt"/>
          <a:ea typeface="ＭＳ Ｐゴシック" panose="020B0600070205080204" pitchFamily="50" charset="-128"/>
          <a:cs typeface="MS PGothic" pitchFamily="34" charset="-128"/>
        </a:defRPr>
      </a:lvl5pPr>
      <a:lvl6pPr marL="1828800" algn="l" rtl="0" fontAlgn="base">
        <a:spcBef>
          <a:spcPct val="20000"/>
        </a:spcBef>
        <a:spcAft>
          <a:spcPct val="0"/>
        </a:spcAft>
        <a:defRPr sz="1400">
          <a:solidFill>
            <a:schemeClr val="tx1"/>
          </a:solidFill>
          <a:latin typeface="+mn-lt"/>
          <a:ea typeface="ＭＳ Ｐゴシック" pitchFamily="-65" charset="-128"/>
        </a:defRPr>
      </a:lvl6pPr>
      <a:lvl7pPr marL="2286000" algn="l" rtl="0" fontAlgn="base">
        <a:spcBef>
          <a:spcPct val="20000"/>
        </a:spcBef>
        <a:spcAft>
          <a:spcPct val="0"/>
        </a:spcAft>
        <a:defRPr sz="1400">
          <a:solidFill>
            <a:schemeClr val="tx1"/>
          </a:solidFill>
          <a:latin typeface="+mn-lt"/>
          <a:ea typeface="ＭＳ Ｐゴシック" pitchFamily="-65" charset="-128"/>
        </a:defRPr>
      </a:lvl7pPr>
      <a:lvl8pPr marL="2743200" algn="l" rtl="0" fontAlgn="base">
        <a:spcBef>
          <a:spcPct val="20000"/>
        </a:spcBef>
        <a:spcAft>
          <a:spcPct val="0"/>
        </a:spcAft>
        <a:defRPr sz="1400">
          <a:solidFill>
            <a:schemeClr val="tx1"/>
          </a:solidFill>
          <a:latin typeface="+mn-lt"/>
          <a:ea typeface="ＭＳ Ｐゴシック" pitchFamily="-65" charset="-128"/>
        </a:defRPr>
      </a:lvl8pPr>
      <a:lvl9pPr marL="3200400" algn="l" rtl="0" fontAlgn="base">
        <a:spcBef>
          <a:spcPct val="20000"/>
        </a:spcBef>
        <a:spcAft>
          <a:spcPct val="0"/>
        </a:spcAft>
        <a:defRPr sz="1400">
          <a:solidFill>
            <a:schemeClr val="tx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
          <p:cNvSpPr>
            <a:spLocks noGrp="1" noChangeArrowheads="1"/>
          </p:cNvSpPr>
          <p:nvPr>
            <p:ph type="sldNum" sz="quarter" idx="10"/>
          </p:nvPr>
        </p:nvSpPr>
        <p:spPr>
          <a:noFill/>
        </p:spPr>
        <p:txBody>
          <a:bodyPr/>
          <a:lstStyle>
            <a:lvl1pPr>
              <a:defRPr>
                <a:solidFill>
                  <a:schemeClr val="tx1"/>
                </a:solidFill>
                <a:latin typeface="Arial" panose="020B0604020202020204" pitchFamily="34" charset="0"/>
                <a:ea typeface="ＭＳ Ｐゴシック" panose="020B0600070205080204" pitchFamily="50" charset="-128"/>
              </a:defRPr>
            </a:lvl1pPr>
            <a:lvl2pPr marL="742950" indent="-285750">
              <a:defRPr>
                <a:solidFill>
                  <a:schemeClr val="tx1"/>
                </a:solidFill>
                <a:latin typeface="Arial" panose="020B0604020202020204" pitchFamily="34" charset="0"/>
                <a:ea typeface="ＭＳ Ｐゴシック" panose="020B0600070205080204" pitchFamily="50" charset="-128"/>
              </a:defRPr>
            </a:lvl2pPr>
            <a:lvl3pPr marL="1143000" indent="-228600">
              <a:defRPr>
                <a:solidFill>
                  <a:schemeClr val="tx1"/>
                </a:solidFill>
                <a:latin typeface="Arial" panose="020B0604020202020204" pitchFamily="34" charset="0"/>
                <a:ea typeface="ＭＳ Ｐゴシック" panose="020B0600070205080204" pitchFamily="50" charset="-128"/>
              </a:defRPr>
            </a:lvl3pPr>
            <a:lvl4pPr marL="1600200" indent="-228600">
              <a:defRPr>
                <a:solidFill>
                  <a:schemeClr val="tx1"/>
                </a:solidFill>
                <a:latin typeface="Arial" panose="020B0604020202020204" pitchFamily="34" charset="0"/>
                <a:ea typeface="ＭＳ Ｐゴシック" panose="020B0600070205080204" pitchFamily="50" charset="-128"/>
              </a:defRPr>
            </a:lvl4pPr>
            <a:lvl5pPr marL="2057400" indent="-228600">
              <a:defRPr>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50" charset="-128"/>
              </a:defRPr>
            </a:lvl9pPr>
          </a:lstStyle>
          <a:p>
            <a:fld id="{5EB7ACBD-2BC3-454F-8381-00365CAA2525}" type="slidenum">
              <a:rPr lang="ja-JP" altLang="en-US" smtClean="0"/>
              <a:pPr/>
              <a:t>1</a:t>
            </a:fld>
            <a:endParaRPr lang="en-US" altLang="ja-JP"/>
          </a:p>
        </p:txBody>
      </p:sp>
      <p:sp>
        <p:nvSpPr>
          <p:cNvPr id="6147" name="Rectangle 2"/>
          <p:cNvSpPr>
            <a:spLocks noGrp="1" noChangeArrowheads="1"/>
          </p:cNvSpPr>
          <p:nvPr>
            <p:ph type="title"/>
          </p:nvPr>
        </p:nvSpPr>
        <p:spPr>
          <a:xfrm>
            <a:off x="152400" y="115888"/>
            <a:ext cx="8766175" cy="504825"/>
          </a:xfrm>
        </p:spPr>
        <p:txBody>
          <a:bodyPr/>
          <a:lstStyle/>
          <a:p>
            <a:pPr eaLnBrk="1" hangingPunct="1"/>
            <a:r>
              <a:rPr lang="ja-JP" altLang="en-US"/>
              <a:t>はじめに</a:t>
            </a:r>
          </a:p>
        </p:txBody>
      </p:sp>
      <p:sp>
        <p:nvSpPr>
          <p:cNvPr id="6148" name="Rectangle 3"/>
          <p:cNvSpPr>
            <a:spLocks noGrp="1" noChangeArrowheads="1"/>
          </p:cNvSpPr>
          <p:nvPr>
            <p:ph type="body" idx="1"/>
          </p:nvPr>
        </p:nvSpPr>
        <p:spPr>
          <a:xfrm>
            <a:off x="180975" y="780662"/>
            <a:ext cx="8763000" cy="5630648"/>
          </a:xfrm>
        </p:spPr>
        <p:txBody>
          <a:bodyPr/>
          <a:lstStyle/>
          <a:p>
            <a:pPr eaLnBrk="1" hangingPunct="1">
              <a:defRPr/>
            </a:pPr>
            <a:r>
              <a:rPr lang="ja-JP" altLang="en-US" dirty="0"/>
              <a:t>当資料は</a:t>
            </a:r>
            <a:r>
              <a:rPr lang="en-US" altLang="ja-JP" dirty="0"/>
              <a:t>DS8900F</a:t>
            </a:r>
            <a:r>
              <a:rPr lang="ja-JP" altLang="en-US" dirty="0"/>
              <a:t>の構成を</a:t>
            </a:r>
            <a:r>
              <a:rPr lang="en-US" altLang="ja-JP" dirty="0"/>
              <a:t>e-config</a:t>
            </a:r>
            <a:r>
              <a:rPr lang="ja-JP" altLang="en-US" dirty="0"/>
              <a:t>で作成する際の考慮事項、注意事項についてのガイドとなります。</a:t>
            </a:r>
          </a:p>
          <a:p>
            <a:pPr marL="0" indent="0" eaLnBrk="1" hangingPunct="1">
              <a:buNone/>
              <a:defRPr/>
            </a:pPr>
            <a:endParaRPr lang="ja-JP" altLang="en-US" dirty="0"/>
          </a:p>
          <a:p>
            <a:pPr eaLnBrk="1" hangingPunct="1">
              <a:buFont typeface="Wingdings" panose="05000000000000000000" pitchFamily="2" charset="2"/>
              <a:buNone/>
              <a:defRPr/>
            </a:pPr>
            <a:r>
              <a:rPr lang="ja-JP" altLang="en-US" dirty="0"/>
              <a:t>＜お断り＞</a:t>
            </a:r>
            <a:endParaRPr lang="en-US" altLang="ja-JP" dirty="0"/>
          </a:p>
          <a:p>
            <a:pPr eaLnBrk="1" hangingPunct="1">
              <a:buFont typeface="Wingdings" panose="05000000000000000000" pitchFamily="2" charset="2"/>
              <a:buNone/>
              <a:defRPr/>
            </a:pPr>
            <a:r>
              <a:rPr lang="ja-JP" altLang="en-US" dirty="0"/>
              <a:t>当資料は</a:t>
            </a:r>
            <a:r>
              <a:rPr lang="en-US" altLang="ja-JP" dirty="0"/>
              <a:t>2019</a:t>
            </a:r>
            <a:r>
              <a:rPr lang="ja-JP" altLang="en-US" dirty="0"/>
              <a:t>年</a:t>
            </a:r>
            <a:r>
              <a:rPr lang="en-US" altLang="ja-JP" dirty="0"/>
              <a:t>12</a:t>
            </a:r>
            <a:r>
              <a:rPr lang="ja-JP" altLang="en-US" dirty="0"/>
              <a:t>月時点の構成仕様に基づいて作成したものとなります。</a:t>
            </a:r>
            <a:endParaRPr lang="en-US" altLang="ja-JP" dirty="0"/>
          </a:p>
          <a:p>
            <a:pPr eaLnBrk="1" hangingPunct="1">
              <a:buFont typeface="Wingdings" panose="05000000000000000000" pitchFamily="2" charset="2"/>
              <a:buNone/>
              <a:defRPr/>
            </a:pPr>
            <a:r>
              <a:rPr lang="ja-JP" altLang="en-US" dirty="0"/>
              <a:t>今後、構成の仕様等は変更される可能性がありますので最新情報の確認は</a:t>
            </a:r>
            <a:r>
              <a:rPr lang="en-US" altLang="ja-JP" dirty="0"/>
              <a:t>Sales Manual</a:t>
            </a:r>
            <a:r>
              <a:rPr lang="ja-JP" altLang="en-US" dirty="0"/>
              <a:t>等を</a:t>
            </a:r>
            <a:endParaRPr lang="en-US" altLang="ja-JP" dirty="0"/>
          </a:p>
          <a:p>
            <a:pPr eaLnBrk="1" hangingPunct="1">
              <a:buFont typeface="Wingdings" panose="05000000000000000000" pitchFamily="2" charset="2"/>
              <a:buNone/>
              <a:defRPr/>
            </a:pPr>
            <a:r>
              <a:rPr lang="ja-JP" altLang="en-US" dirty="0"/>
              <a:t>参照ください。</a:t>
            </a:r>
            <a:endParaRPr lang="en-US" altLang="ja-JP" dirty="0"/>
          </a:p>
          <a:p>
            <a:pPr eaLnBrk="1" hangingPunct="1">
              <a:buFont typeface="Wingdings" panose="05000000000000000000" pitchFamily="2" charset="2"/>
              <a:buNone/>
              <a:defRPr/>
            </a:pPr>
            <a:endParaRPr lang="en-US" altLang="ja-JP" dirty="0"/>
          </a:p>
          <a:p>
            <a:pPr eaLnBrk="1" hangingPunct="1">
              <a:buNone/>
              <a:defRPr/>
            </a:pPr>
            <a:endParaRPr lang="en-US" altLang="ja-JP" dirty="0"/>
          </a:p>
          <a:p>
            <a:pPr eaLnBrk="1" hangingPunct="1">
              <a:buFont typeface="Wingdings" panose="05000000000000000000" pitchFamily="2" charset="2"/>
              <a:buNone/>
              <a:defRPr/>
            </a:pPr>
            <a:endParaRPr lang="en-US" altLang="ja-JP"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E88C9A-D3CF-4648-B710-E9AF3AEE64A5}"/>
              </a:ext>
            </a:extLst>
          </p:cNvPr>
          <p:cNvSpPr>
            <a:spLocks noGrp="1"/>
          </p:cNvSpPr>
          <p:nvPr>
            <p:ph type="sldNum" sz="quarter" idx="10"/>
          </p:nvPr>
        </p:nvSpPr>
        <p:spPr/>
        <p:txBody>
          <a:bodyPr/>
          <a:lstStyle/>
          <a:p>
            <a:pPr>
              <a:defRPr/>
            </a:pPr>
            <a:fld id="{C0085636-D747-42B9-A1CA-011FEF1A5994}" type="slidenum">
              <a:rPr lang="ja-JP" altLang="en-US" smtClean="0"/>
              <a:pPr>
                <a:defRPr/>
              </a:pPr>
              <a:t>2</a:t>
            </a:fld>
            <a:endParaRPr lang="en-US" altLang="ja-JP"/>
          </a:p>
        </p:txBody>
      </p:sp>
      <p:graphicFrame>
        <p:nvGraphicFramePr>
          <p:cNvPr id="7" name="Table 6">
            <a:extLst>
              <a:ext uri="{FF2B5EF4-FFF2-40B4-BE49-F238E27FC236}">
                <a16:creationId xmlns:a16="http://schemas.microsoft.com/office/drawing/2014/main" id="{D9930734-1C97-4B3A-AB78-51C205CC1491}"/>
              </a:ext>
            </a:extLst>
          </p:cNvPr>
          <p:cNvGraphicFramePr>
            <a:graphicFrameLocks noGrp="1"/>
          </p:cNvGraphicFramePr>
          <p:nvPr>
            <p:extLst>
              <p:ext uri="{D42A27DB-BD31-4B8C-83A1-F6EECF244321}">
                <p14:modId xmlns:p14="http://schemas.microsoft.com/office/powerpoint/2010/main" val="2545562441"/>
              </p:ext>
            </p:extLst>
          </p:nvPr>
        </p:nvGraphicFramePr>
        <p:xfrm>
          <a:off x="162560" y="3008461"/>
          <a:ext cx="8717281" cy="2997385"/>
        </p:xfrm>
        <a:graphic>
          <a:graphicData uri="http://schemas.openxmlformats.org/drawingml/2006/table">
            <a:tbl>
              <a:tblPr/>
              <a:tblGrid>
                <a:gridCol w="751840">
                  <a:extLst>
                    <a:ext uri="{9D8B030D-6E8A-4147-A177-3AD203B41FA5}">
                      <a16:colId xmlns:a16="http://schemas.microsoft.com/office/drawing/2014/main" val="3065749680"/>
                    </a:ext>
                  </a:extLst>
                </a:gridCol>
                <a:gridCol w="1130161">
                  <a:extLst>
                    <a:ext uri="{9D8B030D-6E8A-4147-A177-3AD203B41FA5}">
                      <a16:colId xmlns:a16="http://schemas.microsoft.com/office/drawing/2014/main" val="2006280954"/>
                    </a:ext>
                  </a:extLst>
                </a:gridCol>
                <a:gridCol w="952912">
                  <a:extLst>
                    <a:ext uri="{9D8B030D-6E8A-4147-A177-3AD203B41FA5}">
                      <a16:colId xmlns:a16="http://schemas.microsoft.com/office/drawing/2014/main" val="30540744"/>
                    </a:ext>
                  </a:extLst>
                </a:gridCol>
                <a:gridCol w="869532">
                  <a:extLst>
                    <a:ext uri="{9D8B030D-6E8A-4147-A177-3AD203B41FA5}">
                      <a16:colId xmlns:a16="http://schemas.microsoft.com/office/drawing/2014/main" val="541483771"/>
                    </a:ext>
                  </a:extLst>
                </a:gridCol>
                <a:gridCol w="669670">
                  <a:extLst>
                    <a:ext uri="{9D8B030D-6E8A-4147-A177-3AD203B41FA5}">
                      <a16:colId xmlns:a16="http://schemas.microsoft.com/office/drawing/2014/main" val="282094455"/>
                    </a:ext>
                  </a:extLst>
                </a:gridCol>
                <a:gridCol w="797325">
                  <a:extLst>
                    <a:ext uri="{9D8B030D-6E8A-4147-A177-3AD203B41FA5}">
                      <a16:colId xmlns:a16="http://schemas.microsoft.com/office/drawing/2014/main" val="3005610802"/>
                    </a:ext>
                  </a:extLst>
                </a:gridCol>
                <a:gridCol w="1100876">
                  <a:extLst>
                    <a:ext uri="{9D8B030D-6E8A-4147-A177-3AD203B41FA5}">
                      <a16:colId xmlns:a16="http://schemas.microsoft.com/office/drawing/2014/main" val="1111150427"/>
                    </a:ext>
                  </a:extLst>
                </a:gridCol>
                <a:gridCol w="949100">
                  <a:extLst>
                    <a:ext uri="{9D8B030D-6E8A-4147-A177-3AD203B41FA5}">
                      <a16:colId xmlns:a16="http://schemas.microsoft.com/office/drawing/2014/main" val="2447938562"/>
                    </a:ext>
                  </a:extLst>
                </a:gridCol>
                <a:gridCol w="1495865">
                  <a:extLst>
                    <a:ext uri="{9D8B030D-6E8A-4147-A177-3AD203B41FA5}">
                      <a16:colId xmlns:a16="http://schemas.microsoft.com/office/drawing/2014/main" val="3081935632"/>
                    </a:ext>
                  </a:extLst>
                </a:gridCol>
              </a:tblGrid>
              <a:tr h="374819">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モデル</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rPr>
                        <a:t>マシンタイプ</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dirty="0">
                          <a:solidFill>
                            <a:srgbClr val="000000"/>
                          </a:solidFill>
                          <a:effectLst/>
                          <a:latin typeface="游ゴシック" panose="020B0400000000000000" pitchFamily="50" charset="-128"/>
                          <a:ea typeface="游ゴシック" panose="020B0400000000000000" pitchFamily="50" charset="-128"/>
                        </a:rPr>
                        <a:t>Flash Card</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モデル</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rPr>
                        <a:t>マシンタイプ</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dirty="0">
                          <a:solidFill>
                            <a:srgbClr val="000000"/>
                          </a:solidFill>
                          <a:effectLst/>
                          <a:latin typeface="游ゴシック" panose="020B0400000000000000" pitchFamily="50" charset="-128"/>
                          <a:ea typeface="游ゴシック" panose="020B0400000000000000" pitchFamily="50" charset="-128"/>
                        </a:rPr>
                        <a:t>Flash Card</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rPr>
                        <a:t>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90163436"/>
                  </a:ext>
                </a:extLst>
              </a:tr>
              <a:tr h="204118">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a:noFill/>
                    </a:lnT>
                    <a:lnB>
                      <a:noFill/>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2936412"/>
                  </a:ext>
                </a:extLst>
              </a:tr>
              <a:tr h="267465">
                <a:tc>
                  <a:txBody>
                    <a:bodyPr/>
                    <a:lstStyle/>
                    <a:p>
                      <a:pPr algn="ctr" fontAlgn="ctr"/>
                      <a:r>
                        <a:rPr lang="en-US" sz="1300" b="0" i="0" u="none" strike="noStrike" dirty="0">
                          <a:solidFill>
                            <a:srgbClr val="000000"/>
                          </a:solidFill>
                          <a:effectLst/>
                          <a:latin typeface="游ゴシック" panose="020B0400000000000000" pitchFamily="50" charset="-128"/>
                          <a:ea typeface="游ゴシック" panose="020B0400000000000000" pitchFamily="50" charset="-128"/>
                        </a:rPr>
                        <a:t>DS8882F</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dirty="0">
                          <a:solidFill>
                            <a:srgbClr val="000000"/>
                          </a:solidFill>
                          <a:effectLst/>
                          <a:latin typeface="游ゴシック" panose="020B0400000000000000" pitchFamily="50" charset="-128"/>
                          <a:ea typeface="游ゴシック" panose="020B0400000000000000" pitchFamily="50" charset="-128"/>
                        </a:rPr>
                        <a:t>533x-983</a:t>
                      </a:r>
                      <a:r>
                        <a:rPr lang="en-US" altLang="ja-JP" sz="13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dirty="0">
                          <a:solidFill>
                            <a:srgbClr val="000000"/>
                          </a:solidFill>
                          <a:effectLst/>
                          <a:latin typeface="游ゴシック" panose="020B0400000000000000" pitchFamily="50" charset="-128"/>
                          <a:ea typeface="游ゴシック" panose="020B0400000000000000" pitchFamily="50" charset="-128"/>
                        </a:rPr>
                        <a:t>48</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rPr>
                        <a:t>単相電源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rowSpan="3">
                  <a:txBody>
                    <a:bodyPr/>
                    <a:lstStyle/>
                    <a:p>
                      <a:pPr algn="ctr" fontAlgn="ctr"/>
                      <a:r>
                        <a:rPr lang="en-US" sz="1300" b="0" i="0" u="none" strike="noStrike" dirty="0">
                          <a:solidFill>
                            <a:srgbClr val="000000"/>
                          </a:solidFill>
                          <a:effectLst/>
                          <a:latin typeface="游ゴシック" panose="020B0400000000000000" pitchFamily="50" charset="-128"/>
                          <a:ea typeface="游ゴシック" panose="020B0400000000000000" pitchFamily="50" charset="-128"/>
                        </a:rPr>
                        <a:t>DS8910F</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dirty="0">
                          <a:solidFill>
                            <a:srgbClr val="000000"/>
                          </a:solidFill>
                          <a:effectLst/>
                          <a:latin typeface="游ゴシック" panose="020B0400000000000000" pitchFamily="50" charset="-128"/>
                          <a:ea typeface="游ゴシック" panose="020B0400000000000000" pitchFamily="50" charset="-128"/>
                        </a:rPr>
                        <a:t>533x-993</a:t>
                      </a:r>
                      <a:r>
                        <a:rPr lang="en-US" altLang="ja-JP" sz="1300" b="0" i="0" u="none" strike="noStrike" dirty="0">
                          <a:solidFill>
                            <a:srgbClr val="000000"/>
                          </a:solidFill>
                          <a:effectLst/>
                          <a:latin typeface="游ゴシック" panose="020B0400000000000000" pitchFamily="50" charset="-128"/>
                          <a:ea typeface="游ゴシック" panose="020B0400000000000000" pitchFamily="50" charset="-128"/>
                        </a:rPr>
                        <a:t>※</a:t>
                      </a:r>
                      <a:endParaRPr 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dirty="0">
                          <a:solidFill>
                            <a:srgbClr val="000000"/>
                          </a:solidFill>
                          <a:effectLst/>
                          <a:latin typeface="游ゴシック" panose="020B0400000000000000" pitchFamily="50" charset="-128"/>
                          <a:ea typeface="游ゴシック" panose="020B0400000000000000" pitchFamily="50" charset="-128"/>
                        </a:rPr>
                        <a:t>96</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300" b="0" i="0" u="none" strike="noStrike">
                          <a:solidFill>
                            <a:srgbClr val="000000"/>
                          </a:solidFill>
                          <a:effectLst/>
                          <a:latin typeface="游ゴシック" panose="020B0400000000000000" pitchFamily="50" charset="-128"/>
                          <a:ea typeface="游ゴシック" panose="020B0400000000000000" pitchFamily="50" charset="-128"/>
                        </a:rPr>
                        <a:t>単相電源</a:t>
                      </a:r>
                      <a:r>
                        <a:rPr lang="en-US" altLang="zh-TW" sz="1300" b="0" i="0" u="none" strike="noStrike">
                          <a:solidFill>
                            <a:srgbClr val="000000"/>
                          </a:solidFill>
                          <a:effectLst/>
                          <a:latin typeface="游ゴシック" panose="020B0400000000000000" pitchFamily="50" charset="-128"/>
                          <a:ea typeface="游ゴシック" panose="020B0400000000000000" pitchFamily="50" charset="-128"/>
                        </a:rPr>
                        <a:t>/</a:t>
                      </a:r>
                      <a:r>
                        <a:rPr lang="zh-TW" altLang="en-US" sz="1300" b="0" i="0" u="none" strike="noStrike">
                          <a:solidFill>
                            <a:srgbClr val="000000"/>
                          </a:solidFill>
                          <a:effectLst/>
                          <a:latin typeface="游ゴシック" panose="020B0400000000000000" pitchFamily="50" charset="-128"/>
                          <a:ea typeface="游ゴシック" panose="020B0400000000000000" pitchFamily="50" charset="-128"/>
                        </a:rPr>
                        <a:t>三相電源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01224685"/>
                  </a:ext>
                </a:extLst>
              </a:tr>
              <a:tr h="204118">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w="6350" cap="flat" cmpd="sng" algn="ctr">
                      <a:solidFill>
                        <a:srgbClr val="000000"/>
                      </a:solidFill>
                      <a:prstDash val="solid"/>
                      <a:round/>
                      <a:headEnd type="none" w="med" len="med"/>
                      <a:tailEnd type="none" w="med" len="med"/>
                    </a:lnR>
                    <a:lnT>
                      <a:noFill/>
                    </a:lnT>
                    <a:lnB>
                      <a:noFill/>
                    </a:lnB>
                  </a:tcPr>
                </a:tc>
                <a:tc vMerge="1">
                  <a:txBody>
                    <a:bodyPr/>
                    <a:lstStyle/>
                    <a:p>
                      <a:endParaRPr kumimoji="1" lang="ja-JP" altLang="en-US"/>
                    </a:p>
                  </a:txBody>
                  <a:tcPr/>
                </a:tc>
                <a:tc rowSpan="2">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533x-994</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a:solidFill>
                            <a:srgbClr val="000000"/>
                          </a:solidFill>
                          <a:effectLst/>
                          <a:latin typeface="游ゴシック" panose="020B0400000000000000" pitchFamily="50" charset="-128"/>
                          <a:ea typeface="游ゴシック" panose="020B0400000000000000" pitchFamily="50" charset="-128"/>
                        </a:rPr>
                        <a:t>192</a:t>
                      </a:r>
                      <a:endParaRPr lang="en-US" altLang="ja-JP"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TW" altLang="en-US" sz="1300" b="0" i="0" u="none" strike="noStrike" dirty="0">
                          <a:solidFill>
                            <a:srgbClr val="000000"/>
                          </a:solidFill>
                          <a:effectLst/>
                          <a:latin typeface="游ゴシック" panose="020B0400000000000000" pitchFamily="50" charset="-128"/>
                          <a:ea typeface="游ゴシック" panose="020B0400000000000000" pitchFamily="50" charset="-128"/>
                        </a:rPr>
                        <a:t>単相電源</a:t>
                      </a:r>
                      <a:r>
                        <a:rPr lang="en-US" altLang="zh-TW" sz="1300" b="0" i="0" u="none" strike="noStrike" dirty="0">
                          <a:solidFill>
                            <a:srgbClr val="000000"/>
                          </a:solidFill>
                          <a:effectLst/>
                          <a:latin typeface="游ゴシック" panose="020B0400000000000000" pitchFamily="50" charset="-128"/>
                          <a:ea typeface="游ゴシック" panose="020B0400000000000000" pitchFamily="50" charset="-128"/>
                        </a:rPr>
                        <a:t>/</a:t>
                      </a:r>
                      <a:r>
                        <a:rPr lang="zh-TW" altLang="en-US" sz="1300" b="0" i="0" u="none" strike="noStrike" dirty="0">
                          <a:solidFill>
                            <a:srgbClr val="000000"/>
                          </a:solidFill>
                          <a:effectLst/>
                          <a:latin typeface="游ゴシック" panose="020B0400000000000000" pitchFamily="50" charset="-128"/>
                          <a:ea typeface="游ゴシック" panose="020B0400000000000000" pitchFamily="50" charset="-128"/>
                        </a:rPr>
                        <a:t>三相電源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8210340"/>
                  </a:ext>
                </a:extLst>
              </a:tr>
              <a:tr h="225234">
                <a:tc>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DS8884F</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533x-984</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a:solidFill>
                            <a:srgbClr val="000000"/>
                          </a:solidFill>
                          <a:effectLst/>
                          <a:latin typeface="游ゴシック" panose="020B0400000000000000" pitchFamily="50" charset="-128"/>
                          <a:ea typeface="游ゴシック" panose="020B0400000000000000" pitchFamily="50" charset="-128"/>
                        </a:rPr>
                        <a:t>192</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単相電源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vMerge="1">
                  <a:txBody>
                    <a:bodyPr/>
                    <a:lstStyle/>
                    <a:p>
                      <a:endParaRPr kumimoji="1" lang="ja-JP" altLang="en-US"/>
                    </a:p>
                  </a:txBody>
                  <a:tcPr/>
                </a:tc>
                <a:tc vMerge="1">
                  <a:txBody>
                    <a:bodyPr/>
                    <a:lstStyle/>
                    <a:p>
                      <a:r>
                        <a:rPr lang="en-US" sz="1300" b="0" i="0" u="none" strike="noStrike">
                          <a:solidFill>
                            <a:srgbClr val="000000"/>
                          </a:solidFill>
                          <a:effectLst/>
                          <a:latin typeface="游ゴシック" panose="020B0400000000000000" pitchFamily="50" charset="-128"/>
                          <a:ea typeface="游ゴシック" panose="020B0400000000000000" pitchFamily="50" charset="-128"/>
                        </a:rPr>
                        <a:t>533x-994</a:t>
                      </a:r>
                      <a:endParaRPr kumimoji="1" lang="ja-JP" altLang="en-US"/>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a:solidFill>
                            <a:srgbClr val="000000"/>
                          </a:solidFill>
                          <a:effectLst/>
                          <a:latin typeface="游ゴシック" panose="020B0400000000000000" pitchFamily="50" charset="-128"/>
                          <a:ea typeface="游ゴシック" panose="020B0400000000000000" pitchFamily="50" charset="-128"/>
                        </a:rPr>
                        <a:t>192</a:t>
                      </a:r>
                      <a:endParaRPr kumimoji="1" lang="ja-JP" altLang="en-US"/>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vMerge="1">
                  <a:txBody>
                    <a:bodyPr/>
                    <a:lstStyle/>
                    <a:p>
                      <a:r>
                        <a:rPr lang="zh-TW" altLang="en-US" sz="1300" b="0" i="0" u="none" strike="noStrike" dirty="0">
                          <a:solidFill>
                            <a:srgbClr val="000000"/>
                          </a:solidFill>
                          <a:effectLst/>
                          <a:latin typeface="游ゴシック" panose="020B0400000000000000" pitchFamily="50" charset="-128"/>
                          <a:ea typeface="游ゴシック" panose="020B0400000000000000" pitchFamily="50" charset="-128"/>
                        </a:rPr>
                        <a:t>単相電源</a:t>
                      </a:r>
                      <a:r>
                        <a:rPr lang="en-US" altLang="zh-TW" sz="1300" b="0" i="0" u="none" strike="noStrike" dirty="0">
                          <a:solidFill>
                            <a:srgbClr val="000000"/>
                          </a:solidFill>
                          <a:effectLst/>
                          <a:latin typeface="游ゴシック" panose="020B0400000000000000" pitchFamily="50" charset="-128"/>
                          <a:ea typeface="游ゴシック" panose="020B0400000000000000" pitchFamily="50" charset="-128"/>
                        </a:rPr>
                        <a:t>/</a:t>
                      </a:r>
                      <a:r>
                        <a:rPr lang="zh-TW" altLang="en-US" sz="1300" b="0" i="0" u="none" strike="noStrike" dirty="0">
                          <a:solidFill>
                            <a:srgbClr val="000000"/>
                          </a:solidFill>
                          <a:effectLst/>
                          <a:latin typeface="游ゴシック" panose="020B0400000000000000" pitchFamily="50" charset="-128"/>
                          <a:ea typeface="游ゴシック" panose="020B0400000000000000" pitchFamily="50" charset="-128"/>
                        </a:rPr>
                        <a:t>三相電源</a:t>
                      </a:r>
                      <a:endParaRPr kumimoji="1" lang="ja-JP" altLang="en-US" dirty="0"/>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2368793"/>
                  </a:ext>
                </a:extLst>
              </a:tr>
              <a:tr h="503287">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a:noFill/>
                    </a:lnT>
                    <a:lnB>
                      <a:noFill/>
                    </a:lnB>
                  </a:tcPr>
                </a:tc>
                <a:tc>
                  <a:txBody>
                    <a:bodyPr/>
                    <a:lstStyle/>
                    <a:p>
                      <a:pPr algn="ctr" fontAlgn="ctr"/>
                      <a:endPar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3423889"/>
                  </a:ext>
                </a:extLst>
              </a:tr>
              <a:tr h="260427">
                <a:tc rowSpan="2">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DS8886F</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dirty="0">
                          <a:solidFill>
                            <a:srgbClr val="000000"/>
                          </a:solidFill>
                          <a:effectLst/>
                          <a:latin typeface="游ゴシック" panose="020B0400000000000000" pitchFamily="50" charset="-128"/>
                          <a:ea typeface="游ゴシック" panose="020B0400000000000000" pitchFamily="50" charset="-128"/>
                        </a:rPr>
                        <a:t>533x-985</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a:solidFill>
                            <a:srgbClr val="000000"/>
                          </a:solidFill>
                          <a:effectLst/>
                          <a:latin typeface="游ゴシック" panose="020B0400000000000000" pitchFamily="50" charset="-128"/>
                          <a:ea typeface="游ゴシック" panose="020B0400000000000000" pitchFamily="50" charset="-128"/>
                        </a:rPr>
                        <a:t>384</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単相電源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rowSpan="2">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DS8950F</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533x-996</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a:solidFill>
                            <a:srgbClr val="000000"/>
                          </a:solidFill>
                          <a:effectLst/>
                          <a:latin typeface="游ゴシック" panose="020B0400000000000000" pitchFamily="50" charset="-128"/>
                          <a:ea typeface="游ゴシック" panose="020B0400000000000000" pitchFamily="50" charset="-128"/>
                        </a:rPr>
                        <a:t>384</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2">
                  <a:txBody>
                    <a:bodyPr/>
                    <a:lstStyle/>
                    <a:p>
                      <a:pPr algn="ctr" fontAlgn="ctr"/>
                      <a:r>
                        <a:rPr lang="zh-TW" altLang="en-US" sz="1300" b="0" i="0" u="none" strike="noStrike">
                          <a:solidFill>
                            <a:srgbClr val="000000"/>
                          </a:solidFill>
                          <a:effectLst/>
                          <a:latin typeface="游ゴシック" panose="020B0400000000000000" pitchFamily="50" charset="-128"/>
                          <a:ea typeface="游ゴシック" panose="020B0400000000000000" pitchFamily="50" charset="-128"/>
                        </a:rPr>
                        <a:t>単相電源</a:t>
                      </a:r>
                      <a:r>
                        <a:rPr lang="en-US" altLang="zh-TW" sz="1300" b="0" i="0" u="none" strike="noStrike">
                          <a:solidFill>
                            <a:srgbClr val="000000"/>
                          </a:solidFill>
                          <a:effectLst/>
                          <a:latin typeface="游ゴシック" panose="020B0400000000000000" pitchFamily="50" charset="-128"/>
                          <a:ea typeface="游ゴシック" panose="020B0400000000000000" pitchFamily="50" charset="-128"/>
                        </a:rPr>
                        <a:t>/</a:t>
                      </a:r>
                      <a:r>
                        <a:rPr lang="zh-TW" altLang="en-US" sz="1300" b="0" i="0" u="none" strike="noStrike">
                          <a:solidFill>
                            <a:srgbClr val="000000"/>
                          </a:solidFill>
                          <a:effectLst/>
                          <a:latin typeface="游ゴシック" panose="020B0400000000000000" pitchFamily="50" charset="-128"/>
                          <a:ea typeface="游ゴシック" panose="020B0400000000000000" pitchFamily="50" charset="-128"/>
                        </a:rPr>
                        <a:t>三相電源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79560851"/>
                  </a:ext>
                </a:extLst>
              </a:tr>
              <a:tr h="260427">
                <a:tc vMerge="1">
                  <a:txBody>
                    <a:bodyPr/>
                    <a:lstStyle/>
                    <a:p>
                      <a:endParaRPr kumimoji="1" lang="ja-JP" altLang="en-US"/>
                    </a:p>
                  </a:txBody>
                  <a:tcPr/>
                </a:tc>
                <a:tc>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533x-986</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a:solidFill>
                            <a:srgbClr val="000000"/>
                          </a:solidFill>
                          <a:effectLst/>
                          <a:latin typeface="游ゴシック" panose="020B0400000000000000" pitchFamily="50" charset="-128"/>
                          <a:ea typeface="游ゴシック" panose="020B0400000000000000" pitchFamily="50" charset="-128"/>
                        </a:rPr>
                        <a:t>384</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三相電源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extLst>
                  <a:ext uri="{0D108BD9-81ED-4DB2-BD59-A6C34878D82A}">
                    <a16:rowId xmlns:a16="http://schemas.microsoft.com/office/drawing/2014/main" val="1823960119"/>
                  </a:ext>
                </a:extLst>
              </a:tr>
              <a:tr h="413866">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　</a:t>
                      </a:r>
                    </a:p>
                  </a:txBody>
                  <a:tcPr marL="7039" marR="7039" marT="703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a:noFill/>
                    </a:lnT>
                    <a:lnB>
                      <a:noFill/>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3207376619"/>
                  </a:ext>
                </a:extLst>
              </a:tr>
              <a:tr h="281542">
                <a:tc>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DS8888F</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游ゴシック" panose="020B0400000000000000" pitchFamily="50" charset="-128"/>
                          <a:ea typeface="游ゴシック" panose="020B0400000000000000" pitchFamily="50" charset="-128"/>
                        </a:rPr>
                        <a:t>533x-988</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最大</a:t>
                      </a:r>
                      <a:r>
                        <a:rPr lang="en-US" altLang="ja-JP" sz="1300" b="0" i="0" u="none" strike="noStrike">
                          <a:solidFill>
                            <a:srgbClr val="000000"/>
                          </a:solidFill>
                          <a:effectLst/>
                          <a:latin typeface="游ゴシック" panose="020B0400000000000000" pitchFamily="50" charset="-128"/>
                          <a:ea typeface="游ゴシック" panose="020B0400000000000000" pitchFamily="50" charset="-128"/>
                        </a:rPr>
                        <a:t>768</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ja-JP" altLang="en-US" sz="1300" b="0" i="0" u="none" strike="noStrike">
                          <a:solidFill>
                            <a:srgbClr val="000000"/>
                          </a:solidFill>
                          <a:effectLst/>
                          <a:latin typeface="游ゴシック" panose="020B0400000000000000" pitchFamily="50" charset="-128"/>
                          <a:ea typeface="游ゴシック" panose="020B0400000000000000" pitchFamily="50" charset="-128"/>
                        </a:rPr>
                        <a:t>三相電源</a:t>
                      </a:r>
                    </a:p>
                  </a:txBody>
                  <a:tcPr marL="7039" marR="7039" marT="70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w="6350" cap="flat" cmpd="sng" algn="ctr">
                      <a:solidFill>
                        <a:srgbClr val="000000"/>
                      </a:solidFill>
                      <a:prstDash val="solid"/>
                      <a:round/>
                      <a:headEnd type="none" w="med" len="med"/>
                      <a:tailEnd type="none" w="med" len="med"/>
                    </a:lnL>
                    <a:lnR>
                      <a:noFill/>
                    </a:lnR>
                    <a:lnT>
                      <a:noFill/>
                    </a:lnT>
                    <a:lnB>
                      <a:noFill/>
                    </a:lnB>
                  </a:tcPr>
                </a:tc>
                <a:tc>
                  <a:txBody>
                    <a:bodyPr/>
                    <a:lstStyle/>
                    <a:p>
                      <a:pPr algn="ctr" fontAlgn="ctr"/>
                      <a:endPar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a:noFill/>
                    </a:lnT>
                    <a:lnB>
                      <a:noFill/>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a:noFill/>
                    </a:lnT>
                    <a:lnB>
                      <a:noFill/>
                    </a:lnB>
                  </a:tcPr>
                </a:tc>
                <a:tc>
                  <a:txBody>
                    <a:bodyPr/>
                    <a:lstStyle/>
                    <a:p>
                      <a:pPr algn="ctr" fontAlgn="ctr"/>
                      <a:endParaRPr lang="ja-JP" altLang="en-US" sz="1300" b="0" i="0" u="none" strike="noStrike">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a:noFill/>
                    </a:lnT>
                    <a:lnB>
                      <a:noFill/>
                    </a:lnB>
                  </a:tcPr>
                </a:tc>
                <a:tc>
                  <a:txBody>
                    <a:bodyPr/>
                    <a:lstStyle/>
                    <a:p>
                      <a:pPr algn="ctr" fontAlgn="ctr"/>
                      <a:endParaRPr lang="ja-JP" altLang="en-US" sz="1300" b="0" i="0" u="none" strike="noStrike" dirty="0">
                        <a:solidFill>
                          <a:srgbClr val="000000"/>
                        </a:solidFill>
                        <a:effectLst/>
                        <a:latin typeface="游ゴシック" panose="020B0400000000000000" pitchFamily="50" charset="-128"/>
                        <a:ea typeface="游ゴシック" panose="020B0400000000000000" pitchFamily="50" charset="-128"/>
                      </a:endParaRPr>
                    </a:p>
                  </a:txBody>
                  <a:tcPr marL="7039" marR="7039" marT="7039" marB="0" anchor="ctr">
                    <a:lnL>
                      <a:noFill/>
                    </a:lnL>
                    <a:lnR>
                      <a:noFill/>
                    </a:lnR>
                    <a:lnT>
                      <a:noFill/>
                    </a:lnT>
                    <a:lnB>
                      <a:noFill/>
                    </a:lnB>
                  </a:tcPr>
                </a:tc>
                <a:extLst>
                  <a:ext uri="{0D108BD9-81ED-4DB2-BD59-A6C34878D82A}">
                    <a16:rowId xmlns:a16="http://schemas.microsoft.com/office/drawing/2014/main" val="3538045296"/>
                  </a:ext>
                </a:extLst>
              </a:tr>
            </a:tbl>
          </a:graphicData>
        </a:graphic>
      </p:graphicFrame>
      <p:sp>
        <p:nvSpPr>
          <p:cNvPr id="8" name="Arrow: Right 7">
            <a:extLst>
              <a:ext uri="{FF2B5EF4-FFF2-40B4-BE49-F238E27FC236}">
                <a16:creationId xmlns:a16="http://schemas.microsoft.com/office/drawing/2014/main" id="{F2E76A75-FA8A-4B7B-9243-08053E84BC1D}"/>
              </a:ext>
            </a:extLst>
          </p:cNvPr>
          <p:cNvSpPr/>
          <p:nvPr/>
        </p:nvSpPr>
        <p:spPr>
          <a:xfrm>
            <a:off x="4033520" y="3616960"/>
            <a:ext cx="396240" cy="5892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9" name="Arrow: Right 8">
            <a:extLst>
              <a:ext uri="{FF2B5EF4-FFF2-40B4-BE49-F238E27FC236}">
                <a16:creationId xmlns:a16="http://schemas.microsoft.com/office/drawing/2014/main" id="{A1F31089-A660-4C8F-894F-A73A62CC052B}"/>
              </a:ext>
            </a:extLst>
          </p:cNvPr>
          <p:cNvSpPr/>
          <p:nvPr/>
        </p:nvSpPr>
        <p:spPr>
          <a:xfrm>
            <a:off x="4033520" y="4754880"/>
            <a:ext cx="396240" cy="589280"/>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
        <p:nvSpPr>
          <p:cNvPr id="10" name="TextBox 9">
            <a:extLst>
              <a:ext uri="{FF2B5EF4-FFF2-40B4-BE49-F238E27FC236}">
                <a16:creationId xmlns:a16="http://schemas.microsoft.com/office/drawing/2014/main" id="{2B637491-A9F3-4EFC-BA76-CC6081B1F89F}"/>
              </a:ext>
            </a:extLst>
          </p:cNvPr>
          <p:cNvSpPr txBox="1"/>
          <p:nvPr/>
        </p:nvSpPr>
        <p:spPr>
          <a:xfrm>
            <a:off x="1463040" y="2616765"/>
            <a:ext cx="1159292" cy="369332"/>
          </a:xfrm>
          <a:prstGeom prst="rect">
            <a:avLst/>
          </a:prstGeom>
          <a:noFill/>
        </p:spPr>
        <p:txBody>
          <a:bodyPr wrap="none" rtlCol="0">
            <a:spAutoFit/>
          </a:bodyPr>
          <a:lstStyle/>
          <a:p>
            <a:r>
              <a:rPr kumimoji="1" lang="en-US" altLang="ja-JP" dirty="0"/>
              <a:t>DS8880F</a:t>
            </a:r>
            <a:endParaRPr kumimoji="1" lang="ja-JP" altLang="en-US" dirty="0"/>
          </a:p>
        </p:txBody>
      </p:sp>
      <p:sp>
        <p:nvSpPr>
          <p:cNvPr id="11" name="TextBox 10">
            <a:extLst>
              <a:ext uri="{FF2B5EF4-FFF2-40B4-BE49-F238E27FC236}">
                <a16:creationId xmlns:a16="http://schemas.microsoft.com/office/drawing/2014/main" id="{2C9B3A16-96F9-425E-A8A8-697B605DB336}"/>
              </a:ext>
            </a:extLst>
          </p:cNvPr>
          <p:cNvSpPr txBox="1"/>
          <p:nvPr/>
        </p:nvSpPr>
        <p:spPr>
          <a:xfrm>
            <a:off x="5476240" y="2626925"/>
            <a:ext cx="2164375" cy="369332"/>
          </a:xfrm>
          <a:prstGeom prst="rect">
            <a:avLst/>
          </a:prstGeom>
          <a:noFill/>
        </p:spPr>
        <p:txBody>
          <a:bodyPr wrap="none" rtlCol="0">
            <a:spAutoFit/>
          </a:bodyPr>
          <a:lstStyle/>
          <a:p>
            <a:r>
              <a:rPr kumimoji="1" lang="ja-JP" altLang="en-US" i="1" u="sng" dirty="0"/>
              <a:t>新モデル：</a:t>
            </a:r>
            <a:r>
              <a:rPr kumimoji="1" lang="en-US" altLang="ja-JP" i="1" u="sng" dirty="0"/>
              <a:t>DS8900F</a:t>
            </a:r>
            <a:endParaRPr kumimoji="1" lang="ja-JP" altLang="en-US" i="1" u="sng" dirty="0"/>
          </a:p>
        </p:txBody>
      </p:sp>
      <p:sp>
        <p:nvSpPr>
          <p:cNvPr id="12" name="TextBox 11">
            <a:extLst>
              <a:ext uri="{FF2B5EF4-FFF2-40B4-BE49-F238E27FC236}">
                <a16:creationId xmlns:a16="http://schemas.microsoft.com/office/drawing/2014/main" id="{C9DA8E73-7117-4F64-9388-99CD6E48BF46}"/>
              </a:ext>
            </a:extLst>
          </p:cNvPr>
          <p:cNvSpPr txBox="1"/>
          <p:nvPr/>
        </p:nvSpPr>
        <p:spPr>
          <a:xfrm>
            <a:off x="5342409" y="5894551"/>
            <a:ext cx="2648482" cy="307777"/>
          </a:xfrm>
          <a:prstGeom prst="rect">
            <a:avLst/>
          </a:prstGeom>
          <a:noFill/>
        </p:spPr>
        <p:txBody>
          <a:bodyPr wrap="none" rtlCol="0">
            <a:spAutoFit/>
          </a:bodyPr>
          <a:lstStyle/>
          <a:p>
            <a:r>
              <a:rPr kumimoji="1" lang="en-US" altLang="ja-JP" sz="1400" dirty="0"/>
              <a:t>※</a:t>
            </a:r>
            <a:r>
              <a:rPr kumimoji="1" lang="ja-JP" altLang="en-US" sz="1400" dirty="0"/>
              <a:t>汎用ラック、</a:t>
            </a:r>
            <a:r>
              <a:rPr kumimoji="1" lang="en-US" altLang="ja-JP" sz="1400" dirty="0"/>
              <a:t>Z</a:t>
            </a:r>
            <a:r>
              <a:rPr kumimoji="1" lang="ja-JP" altLang="en-US" sz="1400" dirty="0"/>
              <a:t>ラック搭載モデル</a:t>
            </a:r>
          </a:p>
        </p:txBody>
      </p:sp>
      <p:sp>
        <p:nvSpPr>
          <p:cNvPr id="13" name="Rectangle 3">
            <a:extLst>
              <a:ext uri="{FF2B5EF4-FFF2-40B4-BE49-F238E27FC236}">
                <a16:creationId xmlns:a16="http://schemas.microsoft.com/office/drawing/2014/main" id="{D7EC169D-533D-4B6D-AFEA-70463B89D680}"/>
              </a:ext>
            </a:extLst>
          </p:cNvPr>
          <p:cNvSpPr txBox="1">
            <a:spLocks noChangeArrowheads="1"/>
          </p:cNvSpPr>
          <p:nvPr/>
        </p:nvSpPr>
        <p:spPr bwMode="auto">
          <a:xfrm>
            <a:off x="230505" y="534533"/>
            <a:ext cx="8641655" cy="197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228600" indent="-228600">
              <a:spcBef>
                <a:spcPct val="20000"/>
              </a:spcBef>
              <a:buClr>
                <a:schemeClr val="tx1"/>
              </a:buClr>
              <a:buFont typeface="Wingdings" panose="05000000000000000000" pitchFamily="2" charset="2"/>
              <a:buChar char="§"/>
              <a:defRPr sz="1600">
                <a:solidFill>
                  <a:schemeClr val="tx1"/>
                </a:solidFill>
                <a:latin typeface="Arial" panose="020B0604020202020204" pitchFamily="34" charset="0"/>
                <a:ea typeface="ＭＳ Ｐゴシック" panose="020B0600070205080204" pitchFamily="50" charset="-128"/>
              </a:defRPr>
            </a:lvl1pPr>
            <a:lvl2pPr marL="808038" indent="-285750">
              <a:spcBef>
                <a:spcPct val="20000"/>
              </a:spcBef>
              <a:buClr>
                <a:schemeClr val="tx1"/>
              </a:buClr>
              <a:buFont typeface="Arial" panose="020B0604020202020204" pitchFamily="34" charset="0"/>
              <a:buChar char="–"/>
              <a:defRPr sz="1400">
                <a:solidFill>
                  <a:schemeClr val="tx1"/>
                </a:solidFill>
                <a:latin typeface="Arial" panose="020B0604020202020204" pitchFamily="34" charset="0"/>
                <a:ea typeface="ＭＳ Ｐゴシック" panose="020B0600070205080204" pitchFamily="50" charset="-128"/>
              </a:defRPr>
            </a:lvl2pPr>
            <a:lvl3pPr marL="1257300" indent="-342900">
              <a:spcBef>
                <a:spcPct val="20000"/>
              </a:spcBef>
              <a:defRPr sz="1400">
                <a:solidFill>
                  <a:schemeClr val="tx1"/>
                </a:solidFill>
                <a:latin typeface="Arial" panose="020B0604020202020204" pitchFamily="34" charset="0"/>
                <a:ea typeface="ＭＳ Ｐゴシック" panose="020B0600070205080204" pitchFamily="50" charset="-128"/>
              </a:defRPr>
            </a:lvl3pPr>
            <a:lvl4pPr marL="1600200" indent="-228600">
              <a:spcBef>
                <a:spcPct val="20000"/>
              </a:spcBef>
              <a:defRPr sz="1400">
                <a:solidFill>
                  <a:schemeClr val="tx1"/>
                </a:solidFill>
                <a:latin typeface="Arial" panose="020B0604020202020204" pitchFamily="34" charset="0"/>
                <a:ea typeface="ＭＳ Ｐゴシック" panose="020B0600070205080204" pitchFamily="50" charset="-128"/>
              </a:defRPr>
            </a:lvl4pPr>
            <a:lvl5pPr marL="2057400" indent="-228600">
              <a:spcBef>
                <a:spcPct val="20000"/>
              </a:spcBef>
              <a:defRPr sz="14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defRPr sz="14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defRPr sz="14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defRPr sz="14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defRPr sz="14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Clr>
                <a:srgbClr val="2DB6B3"/>
              </a:buClr>
              <a:buFont typeface="Wingdings" panose="05000000000000000000" pitchFamily="2" charset="2"/>
              <a:buBlip>
                <a:blip r:embed="rId3"/>
              </a:buBlip>
            </a:pPr>
            <a:r>
              <a:rPr kumimoji="1" lang="en-US" altLang="ja-JP" sz="1800" b="1" dirty="0">
                <a:solidFill>
                  <a:srgbClr val="000000"/>
                </a:solidFill>
                <a:cs typeface="Arial" panose="020B0604020202020204" pitchFamily="34" charset="0"/>
              </a:rPr>
              <a:t>DS8900F</a:t>
            </a:r>
            <a:r>
              <a:rPr kumimoji="1" lang="ja-JP" altLang="en-US" sz="1800" b="1" dirty="0">
                <a:solidFill>
                  <a:srgbClr val="000000"/>
                </a:solidFill>
                <a:cs typeface="Arial" panose="020B0604020202020204" pitchFamily="34" charset="0"/>
              </a:rPr>
              <a:t>の特長</a:t>
            </a:r>
            <a:endParaRPr kumimoji="1" lang="en-US" altLang="ja-JP" sz="1800" b="1" dirty="0">
              <a:solidFill>
                <a:srgbClr val="000000"/>
              </a:solidFill>
              <a:cs typeface="Arial" panose="020B0604020202020204" pitchFamily="34" charset="0"/>
            </a:endParaRPr>
          </a:p>
          <a:p>
            <a:pPr eaLnBrk="1" hangingPunct="1">
              <a:spcBef>
                <a:spcPct val="0"/>
              </a:spcBef>
              <a:buClr>
                <a:srgbClr val="2DB6B3"/>
              </a:buClr>
              <a:buFont typeface="Wingdings" panose="05000000000000000000" pitchFamily="2" charset="2"/>
              <a:buBlip>
                <a:blip r:embed="rId3"/>
              </a:buBlip>
            </a:pPr>
            <a:endParaRPr kumimoji="1" lang="en-US" altLang="ja-JP" sz="800" b="1" dirty="0">
              <a:solidFill>
                <a:srgbClr val="000000"/>
              </a:solidFill>
              <a:cs typeface="Arial" panose="020B0604020202020204" pitchFamily="34" charset="0"/>
            </a:endParaRPr>
          </a:p>
          <a:p>
            <a:pPr lvl="1" eaLnBrk="1" hangingPunct="1">
              <a:spcBef>
                <a:spcPct val="0"/>
              </a:spcBef>
              <a:buClr>
                <a:srgbClr val="2DB6B3"/>
              </a:buClr>
              <a:buFont typeface="Wingdings" panose="05000000000000000000" pitchFamily="2" charset="2"/>
              <a:buChar char="n"/>
            </a:pPr>
            <a:r>
              <a:rPr kumimoji="1" lang="en-US" altLang="ja-JP" sz="1600" b="1" dirty="0">
                <a:solidFill>
                  <a:srgbClr val="000000"/>
                </a:solidFill>
                <a:cs typeface="Arial" panose="020B0604020202020204" pitchFamily="34" charset="0"/>
              </a:rPr>
              <a:t>DS8910F</a:t>
            </a:r>
            <a:r>
              <a:rPr kumimoji="1" lang="ja-JP" altLang="en-US" sz="1600" b="1" dirty="0">
                <a:solidFill>
                  <a:srgbClr val="000000"/>
                </a:solidFill>
                <a:cs typeface="Arial" panose="020B0604020202020204" pitchFamily="34" charset="0"/>
              </a:rPr>
              <a:t>、</a:t>
            </a:r>
            <a:r>
              <a:rPr kumimoji="1" lang="en-US" altLang="ja-JP" sz="1600" b="1" dirty="0">
                <a:solidFill>
                  <a:srgbClr val="000000"/>
                </a:solidFill>
                <a:cs typeface="Arial" panose="020B0604020202020204" pitchFamily="34" charset="0"/>
              </a:rPr>
              <a:t>DS8950F</a:t>
            </a:r>
            <a:r>
              <a:rPr kumimoji="1" lang="ja-JP" altLang="en-US" sz="1600" b="1" dirty="0">
                <a:solidFill>
                  <a:srgbClr val="000000"/>
                </a:solidFill>
                <a:cs typeface="Arial" panose="020B0604020202020204" pitchFamily="34" charset="0"/>
              </a:rPr>
              <a:t>の</a:t>
            </a:r>
            <a:r>
              <a:rPr kumimoji="1" lang="en-US" altLang="ja-JP" sz="1600" b="1" dirty="0">
                <a:solidFill>
                  <a:srgbClr val="000000"/>
                </a:solidFill>
                <a:cs typeface="Arial" panose="020B0604020202020204" pitchFamily="34" charset="0"/>
              </a:rPr>
              <a:t>2</a:t>
            </a:r>
            <a:r>
              <a:rPr kumimoji="1" lang="ja-JP" altLang="en-US" sz="1600" b="1" dirty="0">
                <a:solidFill>
                  <a:srgbClr val="000000"/>
                </a:solidFill>
                <a:cs typeface="Arial" panose="020B0604020202020204" pitchFamily="34" charset="0"/>
              </a:rPr>
              <a:t>モデル</a:t>
            </a:r>
            <a:endParaRPr kumimoji="1" lang="en-US" altLang="ja-JP" sz="1600" b="1" dirty="0">
              <a:solidFill>
                <a:srgbClr val="000000"/>
              </a:solidFill>
              <a:cs typeface="Arial" panose="020B0604020202020204" pitchFamily="34" charset="0"/>
            </a:endParaRPr>
          </a:p>
          <a:p>
            <a:pPr lvl="1" eaLnBrk="1" hangingPunct="1">
              <a:spcBef>
                <a:spcPct val="0"/>
              </a:spcBef>
              <a:buClr>
                <a:srgbClr val="2DB6B3"/>
              </a:buClr>
              <a:buFont typeface="Wingdings" panose="05000000000000000000" pitchFamily="2" charset="2"/>
              <a:buChar char="n"/>
            </a:pPr>
            <a:r>
              <a:rPr kumimoji="1" lang="en-US" altLang="ja-JP" sz="1600" b="1" dirty="0">
                <a:solidFill>
                  <a:srgbClr val="000000"/>
                </a:solidFill>
                <a:cs typeface="Arial" panose="020B0604020202020204" pitchFamily="34" charset="0"/>
              </a:rPr>
              <a:t>HDD</a:t>
            </a:r>
            <a:r>
              <a:rPr kumimoji="1" lang="ja-JP" altLang="en-US" sz="1600" b="1" dirty="0">
                <a:solidFill>
                  <a:srgbClr val="000000"/>
                </a:solidFill>
                <a:cs typeface="Arial" panose="020B0604020202020204" pitchFamily="34" charset="0"/>
              </a:rPr>
              <a:t>搭載可能モデルなし</a:t>
            </a:r>
            <a:endParaRPr kumimoji="1" lang="en-US" altLang="ja-JP" sz="1600" b="1" dirty="0">
              <a:solidFill>
                <a:srgbClr val="000000"/>
              </a:solidFill>
              <a:cs typeface="Arial" panose="020B0604020202020204" pitchFamily="34" charset="0"/>
            </a:endParaRPr>
          </a:p>
          <a:p>
            <a:pPr lvl="1" eaLnBrk="1" hangingPunct="1">
              <a:spcBef>
                <a:spcPct val="0"/>
              </a:spcBef>
              <a:buClr>
                <a:srgbClr val="2DB6B3"/>
              </a:buClr>
              <a:buFont typeface="Wingdings" panose="05000000000000000000" pitchFamily="2" charset="2"/>
              <a:buChar char="n"/>
            </a:pPr>
            <a:r>
              <a:rPr kumimoji="1" lang="ja-JP" altLang="en-US" sz="1600" b="1" dirty="0">
                <a:solidFill>
                  <a:srgbClr val="000000"/>
                </a:solidFill>
                <a:cs typeface="Arial" panose="020B0604020202020204" pitchFamily="34" charset="0"/>
              </a:rPr>
              <a:t>コントローラー</a:t>
            </a:r>
            <a:r>
              <a:rPr kumimoji="1" lang="en-US" altLang="ja-JP" sz="1600" b="1" dirty="0">
                <a:solidFill>
                  <a:srgbClr val="000000"/>
                </a:solidFill>
                <a:cs typeface="Arial" panose="020B0604020202020204" pitchFamily="34" charset="0"/>
              </a:rPr>
              <a:t>Update</a:t>
            </a:r>
            <a:r>
              <a:rPr kumimoji="1" lang="ja-JP" altLang="en-US" sz="1600" b="1" dirty="0">
                <a:solidFill>
                  <a:srgbClr val="000000"/>
                </a:solidFill>
                <a:cs typeface="Arial" panose="020B0604020202020204" pitchFamily="34" charset="0"/>
              </a:rPr>
              <a:t>（</a:t>
            </a:r>
            <a:r>
              <a:rPr kumimoji="1" lang="en-US" altLang="ja-JP" sz="1600" b="1" dirty="0">
                <a:solidFill>
                  <a:srgbClr val="000000"/>
                </a:solidFill>
                <a:cs typeface="Arial" panose="020B0604020202020204" pitchFamily="34" charset="0"/>
              </a:rPr>
              <a:t>Power8</a:t>
            </a:r>
            <a:r>
              <a:rPr kumimoji="1" lang="ja-JP" altLang="en-US" sz="1600" b="1" dirty="0">
                <a:solidFill>
                  <a:srgbClr val="000000"/>
                </a:solidFill>
                <a:cs typeface="Arial" panose="020B0604020202020204" pitchFamily="34" charset="0"/>
              </a:rPr>
              <a:t>→</a:t>
            </a:r>
            <a:r>
              <a:rPr kumimoji="1" lang="en-US" altLang="ja-JP" sz="1600" b="1" dirty="0">
                <a:solidFill>
                  <a:srgbClr val="000000"/>
                </a:solidFill>
                <a:cs typeface="Arial" panose="020B0604020202020204" pitchFamily="34" charset="0"/>
              </a:rPr>
              <a:t>Power9</a:t>
            </a:r>
            <a:r>
              <a:rPr kumimoji="1" lang="ja-JP" altLang="en-US" sz="1600" b="1" dirty="0">
                <a:solidFill>
                  <a:srgbClr val="000000"/>
                </a:solidFill>
                <a:cs typeface="Arial" panose="020B0604020202020204" pitchFamily="34" charset="0"/>
              </a:rPr>
              <a:t>）</a:t>
            </a:r>
            <a:endParaRPr kumimoji="1" lang="en-US" altLang="ja-JP" sz="1600" b="1" dirty="0">
              <a:solidFill>
                <a:srgbClr val="000000"/>
              </a:solidFill>
              <a:cs typeface="Arial" panose="020B0604020202020204" pitchFamily="34" charset="0"/>
            </a:endParaRPr>
          </a:p>
          <a:p>
            <a:pPr lvl="1" eaLnBrk="1" hangingPunct="1">
              <a:spcBef>
                <a:spcPct val="0"/>
              </a:spcBef>
              <a:buClr>
                <a:srgbClr val="2DB6B3"/>
              </a:buClr>
              <a:buFont typeface="Wingdings" panose="05000000000000000000" pitchFamily="2" charset="2"/>
              <a:buChar char="n"/>
            </a:pPr>
            <a:r>
              <a:rPr kumimoji="1" lang="en-US" altLang="ja-JP" sz="1600" b="1" dirty="0">
                <a:solidFill>
                  <a:srgbClr val="000000"/>
                </a:solidFill>
                <a:cs typeface="Arial" panose="020B0604020202020204" pitchFamily="34" charset="0"/>
              </a:rPr>
              <a:t>32Gbps Host Adapter</a:t>
            </a:r>
            <a:r>
              <a:rPr kumimoji="1" lang="ja-JP" altLang="en-US" sz="1600" b="1" dirty="0">
                <a:solidFill>
                  <a:srgbClr val="000000"/>
                </a:solidFill>
                <a:cs typeface="Arial" panose="020B0604020202020204" pitchFamily="34" charset="0"/>
              </a:rPr>
              <a:t>の追加</a:t>
            </a:r>
            <a:endParaRPr kumimoji="1" lang="en-US" altLang="ja-JP" sz="1600" b="1" dirty="0">
              <a:solidFill>
                <a:srgbClr val="000000"/>
              </a:solidFill>
              <a:cs typeface="Arial" panose="020B0604020202020204" pitchFamily="34" charset="0"/>
            </a:endParaRPr>
          </a:p>
          <a:p>
            <a:pPr lvl="1" eaLnBrk="1" hangingPunct="1">
              <a:spcBef>
                <a:spcPct val="0"/>
              </a:spcBef>
              <a:buClr>
                <a:srgbClr val="2DB6B3"/>
              </a:buClr>
              <a:buFont typeface="Wingdings" panose="05000000000000000000" pitchFamily="2" charset="2"/>
              <a:buChar char="n"/>
            </a:pPr>
            <a:r>
              <a:rPr kumimoji="1" lang="ja-JP" altLang="en-US" sz="1600" b="1" dirty="0">
                <a:solidFill>
                  <a:srgbClr val="000000"/>
                </a:solidFill>
                <a:cs typeface="Arial" panose="020B0604020202020204" pitchFamily="34" charset="0"/>
              </a:rPr>
              <a:t>キャッシュに</a:t>
            </a:r>
            <a:r>
              <a:rPr kumimoji="1" lang="en-US" altLang="ja-JP" sz="1600" b="1" dirty="0">
                <a:solidFill>
                  <a:srgbClr val="000000"/>
                </a:solidFill>
                <a:cs typeface="Arial" panose="020B0604020202020204" pitchFamily="34" charset="0"/>
              </a:rPr>
              <a:t>NVDIMM</a:t>
            </a:r>
            <a:r>
              <a:rPr kumimoji="1" lang="ja-JP" altLang="en-US" sz="1600" b="1" dirty="0">
                <a:solidFill>
                  <a:srgbClr val="000000"/>
                </a:solidFill>
                <a:cs typeface="Arial" panose="020B0604020202020204" pitchFamily="34" charset="0"/>
              </a:rPr>
              <a:t>（不揮発性メモリー）採用による内蔵</a:t>
            </a:r>
            <a:r>
              <a:rPr kumimoji="1" lang="en-US" altLang="ja-JP" sz="1600" b="1" dirty="0">
                <a:solidFill>
                  <a:srgbClr val="000000"/>
                </a:solidFill>
                <a:cs typeface="Arial" panose="020B0604020202020204" pitchFamily="34" charset="0"/>
              </a:rPr>
              <a:t>UPS</a:t>
            </a:r>
            <a:r>
              <a:rPr kumimoji="1" lang="ja-JP" altLang="en-US" sz="1600" b="1" dirty="0">
                <a:solidFill>
                  <a:srgbClr val="000000"/>
                </a:solidFill>
                <a:cs typeface="Arial" panose="020B0604020202020204" pitchFamily="34" charset="0"/>
              </a:rPr>
              <a:t>廃止</a:t>
            </a:r>
            <a:endParaRPr kumimoji="1" lang="en-US" altLang="ja-JP" sz="1600" b="1" dirty="0">
              <a:solidFill>
                <a:srgbClr val="000000"/>
              </a:solidFill>
              <a:cs typeface="Arial" panose="020B0604020202020204" pitchFamily="34" charset="0"/>
            </a:endParaRPr>
          </a:p>
          <a:p>
            <a:pPr lvl="1" eaLnBrk="1" hangingPunct="1">
              <a:spcBef>
                <a:spcPct val="0"/>
              </a:spcBef>
              <a:buClr>
                <a:srgbClr val="2DB6B3"/>
              </a:buClr>
              <a:buFont typeface="Wingdings" panose="05000000000000000000" pitchFamily="2" charset="2"/>
              <a:buChar char="n"/>
            </a:pPr>
            <a:r>
              <a:rPr kumimoji="1" lang="en-US" altLang="ja-JP" sz="1600" b="1" dirty="0">
                <a:solidFill>
                  <a:srgbClr val="000000"/>
                </a:solidFill>
                <a:cs typeface="Arial" panose="020B0604020202020204" pitchFamily="34" charset="0"/>
              </a:rPr>
              <a:t>2</a:t>
            </a:r>
            <a:r>
              <a:rPr kumimoji="1" lang="ja-JP" altLang="en-US" sz="1600" b="1" dirty="0">
                <a:solidFill>
                  <a:srgbClr val="000000"/>
                </a:solidFill>
                <a:cs typeface="Arial" panose="020B0604020202020204" pitchFamily="34" charset="0"/>
              </a:rPr>
              <a:t>モデルとも単相、三相電源対応</a:t>
            </a:r>
            <a:endParaRPr kumimoji="1" lang="en-US" altLang="ja-JP" sz="1600" b="1" dirty="0">
              <a:solidFill>
                <a:srgbClr val="000000"/>
              </a:solidFill>
              <a:cs typeface="Arial" panose="020B0604020202020204" pitchFamily="34" charset="0"/>
            </a:endParaRPr>
          </a:p>
          <a:p>
            <a:pPr lvl="1" eaLnBrk="1" hangingPunct="1">
              <a:spcBef>
                <a:spcPct val="0"/>
              </a:spcBef>
              <a:buClr>
                <a:srgbClr val="2DB6B3"/>
              </a:buClr>
              <a:buFont typeface="Wingdings" panose="05000000000000000000" pitchFamily="2" charset="2"/>
              <a:buChar char="n"/>
            </a:pPr>
            <a:endParaRPr kumimoji="1" lang="en-US" altLang="ja-JP" b="1" dirty="0">
              <a:solidFill>
                <a:srgbClr val="000000"/>
              </a:solidFill>
              <a:cs typeface="Arial" panose="020B0604020202020204" pitchFamily="34" charset="0"/>
            </a:endParaRPr>
          </a:p>
        </p:txBody>
      </p:sp>
      <p:sp>
        <p:nvSpPr>
          <p:cNvPr id="14" name="Rectangle 2">
            <a:extLst>
              <a:ext uri="{FF2B5EF4-FFF2-40B4-BE49-F238E27FC236}">
                <a16:creationId xmlns:a16="http://schemas.microsoft.com/office/drawing/2014/main" id="{E2C68C92-6EE9-465C-B371-15985E1B780D}"/>
              </a:ext>
            </a:extLst>
          </p:cNvPr>
          <p:cNvSpPr txBox="1">
            <a:spLocks noChangeArrowheads="1"/>
          </p:cNvSpPr>
          <p:nvPr/>
        </p:nvSpPr>
        <p:spPr bwMode="auto">
          <a:xfrm>
            <a:off x="152400" y="86488"/>
            <a:ext cx="87661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spcBef>
                <a:spcPct val="0"/>
              </a:spcBef>
              <a:spcAft>
                <a:spcPct val="0"/>
              </a:spcAft>
              <a:defRPr sz="2200">
                <a:solidFill>
                  <a:schemeClr val="accent1"/>
                </a:solidFill>
                <a:latin typeface="+mj-lt"/>
                <a:ea typeface="ＭＳ Ｐゴシック" panose="020B0600070205080204" pitchFamily="50" charset="-128"/>
                <a:cs typeface="MS PGothic" pitchFamily="34" charset="-128"/>
              </a:defRPr>
            </a:lvl1pPr>
            <a:lvl2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2pPr>
            <a:lvl3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3pPr>
            <a:lvl4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4pPr>
            <a:lvl5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5pPr>
            <a:lvl6pPr marL="457200" algn="l" rtl="0" fontAlgn="base">
              <a:spcBef>
                <a:spcPct val="0"/>
              </a:spcBef>
              <a:spcAft>
                <a:spcPct val="0"/>
              </a:spcAft>
              <a:defRPr sz="2200">
                <a:solidFill>
                  <a:schemeClr val="accent1"/>
                </a:solidFill>
                <a:latin typeface="Arial" pitchFamily="-65" charset="0"/>
              </a:defRPr>
            </a:lvl6pPr>
            <a:lvl7pPr marL="914400" algn="l" rtl="0" fontAlgn="base">
              <a:spcBef>
                <a:spcPct val="0"/>
              </a:spcBef>
              <a:spcAft>
                <a:spcPct val="0"/>
              </a:spcAft>
              <a:defRPr sz="2200">
                <a:solidFill>
                  <a:schemeClr val="accent1"/>
                </a:solidFill>
                <a:latin typeface="Arial" pitchFamily="-65" charset="0"/>
              </a:defRPr>
            </a:lvl7pPr>
            <a:lvl8pPr marL="1371600" algn="l" rtl="0" fontAlgn="base">
              <a:spcBef>
                <a:spcPct val="0"/>
              </a:spcBef>
              <a:spcAft>
                <a:spcPct val="0"/>
              </a:spcAft>
              <a:defRPr sz="2200">
                <a:solidFill>
                  <a:schemeClr val="accent1"/>
                </a:solidFill>
                <a:latin typeface="Arial" pitchFamily="-65" charset="0"/>
              </a:defRPr>
            </a:lvl8pPr>
            <a:lvl9pPr marL="1828800" algn="l" rtl="0" fontAlgn="base">
              <a:spcBef>
                <a:spcPct val="0"/>
              </a:spcBef>
              <a:spcAft>
                <a:spcPct val="0"/>
              </a:spcAft>
              <a:defRPr sz="2200">
                <a:solidFill>
                  <a:schemeClr val="accent1"/>
                </a:solidFill>
                <a:latin typeface="Arial" pitchFamily="-65" charset="0"/>
              </a:defRPr>
            </a:lvl9pPr>
          </a:lstStyle>
          <a:p>
            <a:pPr eaLnBrk="1" hangingPunct="1">
              <a:defRPr/>
            </a:pPr>
            <a:r>
              <a:rPr lang="en-US" altLang="ja-JP" kern="0" dirty="0"/>
              <a:t>DS8900F</a:t>
            </a:r>
            <a:r>
              <a:rPr lang="ja-JP" altLang="en-US" kern="0" dirty="0"/>
              <a:t>概要</a:t>
            </a:r>
          </a:p>
        </p:txBody>
      </p:sp>
      <p:sp>
        <p:nvSpPr>
          <p:cNvPr id="16" name="Arrow: Right 15">
            <a:extLst>
              <a:ext uri="{FF2B5EF4-FFF2-40B4-BE49-F238E27FC236}">
                <a16:creationId xmlns:a16="http://schemas.microsoft.com/office/drawing/2014/main" id="{83AEBBF2-2735-4276-827B-9EDF46B92055}"/>
              </a:ext>
            </a:extLst>
          </p:cNvPr>
          <p:cNvSpPr/>
          <p:nvPr/>
        </p:nvSpPr>
        <p:spPr>
          <a:xfrm rot="19586816">
            <a:off x="4043045" y="5435917"/>
            <a:ext cx="396240" cy="589280"/>
          </a:xfrm>
          <a:prstGeom prst="rightArrow">
            <a:avLst/>
          </a:prstGeom>
          <a:solidFill>
            <a:schemeClr val="accent2">
              <a:lumMod val="20000"/>
              <a:lumOff val="8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62953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152400" y="86488"/>
            <a:ext cx="876617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l" rtl="0" eaLnBrk="0" fontAlgn="base" hangingPunct="0">
              <a:spcBef>
                <a:spcPct val="0"/>
              </a:spcBef>
              <a:spcAft>
                <a:spcPct val="0"/>
              </a:spcAft>
              <a:defRPr sz="2200">
                <a:solidFill>
                  <a:schemeClr val="accent1"/>
                </a:solidFill>
                <a:latin typeface="+mj-lt"/>
                <a:ea typeface="ＭＳ Ｐゴシック" panose="020B0600070205080204" pitchFamily="50" charset="-128"/>
                <a:cs typeface="MS PGothic" pitchFamily="34" charset="-128"/>
              </a:defRPr>
            </a:lvl1pPr>
            <a:lvl2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2pPr>
            <a:lvl3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3pPr>
            <a:lvl4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4pPr>
            <a:lvl5pPr algn="l" rtl="0" eaLnBrk="0" fontAlgn="base" hangingPunct="0">
              <a:spcBef>
                <a:spcPct val="0"/>
              </a:spcBef>
              <a:spcAft>
                <a:spcPct val="0"/>
              </a:spcAft>
              <a:defRPr sz="2200">
                <a:solidFill>
                  <a:schemeClr val="accent1"/>
                </a:solidFill>
                <a:latin typeface="Arial" pitchFamily="-65" charset="0"/>
                <a:ea typeface="ＭＳ Ｐゴシック" panose="020B0600070205080204" pitchFamily="50" charset="-128"/>
                <a:cs typeface="MS PGothic" pitchFamily="34" charset="-128"/>
              </a:defRPr>
            </a:lvl5pPr>
            <a:lvl6pPr marL="457200" algn="l" rtl="0" fontAlgn="base">
              <a:spcBef>
                <a:spcPct val="0"/>
              </a:spcBef>
              <a:spcAft>
                <a:spcPct val="0"/>
              </a:spcAft>
              <a:defRPr sz="2200">
                <a:solidFill>
                  <a:schemeClr val="accent1"/>
                </a:solidFill>
                <a:latin typeface="Arial" pitchFamily="-65" charset="0"/>
              </a:defRPr>
            </a:lvl6pPr>
            <a:lvl7pPr marL="914400" algn="l" rtl="0" fontAlgn="base">
              <a:spcBef>
                <a:spcPct val="0"/>
              </a:spcBef>
              <a:spcAft>
                <a:spcPct val="0"/>
              </a:spcAft>
              <a:defRPr sz="2200">
                <a:solidFill>
                  <a:schemeClr val="accent1"/>
                </a:solidFill>
                <a:latin typeface="Arial" pitchFamily="-65" charset="0"/>
              </a:defRPr>
            </a:lvl7pPr>
            <a:lvl8pPr marL="1371600" algn="l" rtl="0" fontAlgn="base">
              <a:spcBef>
                <a:spcPct val="0"/>
              </a:spcBef>
              <a:spcAft>
                <a:spcPct val="0"/>
              </a:spcAft>
              <a:defRPr sz="2200">
                <a:solidFill>
                  <a:schemeClr val="accent1"/>
                </a:solidFill>
                <a:latin typeface="Arial" pitchFamily="-65" charset="0"/>
              </a:defRPr>
            </a:lvl8pPr>
            <a:lvl9pPr marL="1828800" algn="l" rtl="0" fontAlgn="base">
              <a:spcBef>
                <a:spcPct val="0"/>
              </a:spcBef>
              <a:spcAft>
                <a:spcPct val="0"/>
              </a:spcAft>
              <a:defRPr sz="2200">
                <a:solidFill>
                  <a:schemeClr val="accent1"/>
                </a:solidFill>
                <a:latin typeface="Arial" pitchFamily="-65" charset="0"/>
              </a:defRPr>
            </a:lvl9pPr>
          </a:lstStyle>
          <a:p>
            <a:pPr eaLnBrk="1" hangingPunct="1">
              <a:defRPr/>
            </a:pPr>
            <a:r>
              <a:rPr lang="en-US" altLang="ja-JP" kern="0" dirty="0"/>
              <a:t>DS8910F</a:t>
            </a:r>
            <a:r>
              <a:rPr lang="ja-JP" altLang="en-US" kern="0" dirty="0"/>
              <a:t>、</a:t>
            </a:r>
            <a:r>
              <a:rPr lang="en-US" altLang="ja-JP" kern="0" dirty="0"/>
              <a:t>DS8950F</a:t>
            </a:r>
            <a:r>
              <a:rPr lang="ja-JP" altLang="en-US" kern="0" dirty="0"/>
              <a:t>概要</a:t>
            </a:r>
          </a:p>
        </p:txBody>
      </p:sp>
      <p:graphicFrame>
        <p:nvGraphicFramePr>
          <p:cNvPr id="18" name="Group 419"/>
          <p:cNvGraphicFramePr>
            <a:graphicFrameLocks/>
          </p:cNvGraphicFramePr>
          <p:nvPr>
            <p:extLst>
              <p:ext uri="{D42A27DB-BD31-4B8C-83A1-F6EECF244321}">
                <p14:modId xmlns:p14="http://schemas.microsoft.com/office/powerpoint/2010/main" val="264368146"/>
              </p:ext>
            </p:extLst>
          </p:nvPr>
        </p:nvGraphicFramePr>
        <p:xfrm>
          <a:off x="223520" y="883624"/>
          <a:ext cx="8747760" cy="4727409"/>
        </p:xfrm>
        <a:graphic>
          <a:graphicData uri="http://schemas.openxmlformats.org/drawingml/2006/table">
            <a:tbl>
              <a:tblPr/>
              <a:tblGrid>
                <a:gridCol w="1581731">
                  <a:extLst>
                    <a:ext uri="{9D8B030D-6E8A-4147-A177-3AD203B41FA5}">
                      <a16:colId xmlns:a16="http://schemas.microsoft.com/office/drawing/2014/main" val="20000"/>
                    </a:ext>
                  </a:extLst>
                </a:gridCol>
                <a:gridCol w="2133186">
                  <a:extLst>
                    <a:ext uri="{9D8B030D-6E8A-4147-A177-3AD203B41FA5}">
                      <a16:colId xmlns:a16="http://schemas.microsoft.com/office/drawing/2014/main" val="2228039489"/>
                    </a:ext>
                  </a:extLst>
                </a:gridCol>
                <a:gridCol w="2142323">
                  <a:extLst>
                    <a:ext uri="{9D8B030D-6E8A-4147-A177-3AD203B41FA5}">
                      <a16:colId xmlns:a16="http://schemas.microsoft.com/office/drawing/2014/main" val="2041349604"/>
                    </a:ext>
                  </a:extLst>
                </a:gridCol>
                <a:gridCol w="208280">
                  <a:extLst>
                    <a:ext uri="{9D8B030D-6E8A-4147-A177-3AD203B41FA5}">
                      <a16:colId xmlns:a16="http://schemas.microsoft.com/office/drawing/2014/main" val="2155888605"/>
                    </a:ext>
                  </a:extLst>
                </a:gridCol>
                <a:gridCol w="2682240">
                  <a:extLst>
                    <a:ext uri="{9D8B030D-6E8A-4147-A177-3AD203B41FA5}">
                      <a16:colId xmlns:a16="http://schemas.microsoft.com/office/drawing/2014/main" val="2059101512"/>
                    </a:ext>
                  </a:extLst>
                </a:gridCol>
              </a:tblGrid>
              <a:tr h="272684">
                <a:tc>
                  <a:txBody>
                    <a:bodyPr/>
                    <a:lstStyle>
                      <a:lvl1pPr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50" charset="-128"/>
                        </a:defRPr>
                      </a:lvl1pPr>
                      <a:lvl2pPr marL="742950" indent="-285750" eaLnBrk="0" hangingPunct="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50" charset="-128"/>
                        </a:defRPr>
                      </a:lvl2pPr>
                      <a:lvl3pPr marL="11430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endParaRPr kumimoji="0" lang="es-MX" altLang="ja-JP" sz="1400" b="0" i="0" u="none" strike="noStrike" cap="none" normalizeH="0" baseline="0" dirty="0">
                        <a:ln>
                          <a:noFill/>
                        </a:ln>
                        <a:solidFill>
                          <a:schemeClr val="bg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400" b="1" i="0" u="none" strike="noStrike" cap="none" normalizeH="0" baseline="0" dirty="0">
                          <a:ln>
                            <a:noFill/>
                          </a:ln>
                          <a:solidFill>
                            <a:schemeClr val="bg1"/>
                          </a:solidFill>
                          <a:effectLst/>
                          <a:latin typeface="Arial" panose="020B0604020202020204" pitchFamily="34" charset="0"/>
                          <a:ea typeface="ＭＳ Ｐゴシック" panose="020B0600070205080204" pitchFamily="50" charset="-128"/>
                        </a:rPr>
                        <a:t>DS8910F</a:t>
                      </a:r>
                      <a:endParaRPr kumimoji="1" lang="ja-JP" altLang="en-US" dirty="0"/>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1"/>
                    </a:solid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endParaRPr kumimoji="0" lang="en-US" altLang="ja-JP" sz="800" b="1" i="0" u="none" strike="noStrike" cap="none" normalizeH="0" baseline="0" dirty="0">
                        <a:ln>
                          <a:noFill/>
                        </a:ln>
                        <a:solidFill>
                          <a:schemeClr val="bg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9525"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400" b="1" i="0" u="none" strike="noStrike" cap="none" normalizeH="0" baseline="0" dirty="0">
                          <a:ln>
                            <a:noFill/>
                          </a:ln>
                          <a:solidFill>
                            <a:schemeClr val="bg1"/>
                          </a:solidFill>
                          <a:effectLst/>
                          <a:latin typeface="Arial" panose="020B0604020202020204" pitchFamily="34" charset="0"/>
                          <a:ea typeface="ＭＳ Ｐゴシック" panose="020B0600070205080204" pitchFamily="50" charset="-128"/>
                        </a:rPr>
                        <a:t>DS8950F</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44151">
                <a:tc>
                  <a:txBody>
                    <a:bodyPr/>
                    <a:lstStyle>
                      <a:lvl1pPr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50" charset="-128"/>
                        </a:defRPr>
                      </a:lvl1pPr>
                      <a:lvl2pPr marL="742950" indent="-285750" eaLnBrk="0" hangingPunct="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50" charset="-128"/>
                        </a:defRPr>
                      </a:lvl2pPr>
                      <a:lvl3pPr marL="11430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endParaRPr kumimoji="0" lang="es-MX"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533x-993</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（汎用ラック搭載モデル）</a:t>
                      </a:r>
                      <a:endPar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533x-994</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（専用ラック搭載モデル）</a:t>
                      </a:r>
                      <a:endPar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endParaRPr kumimoji="0" lang="en-US" altLang="ja-JP"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533x-996</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ja-JP" altLang="en-US"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（専用ラック搭載モデル）</a:t>
                      </a:r>
                      <a:endPar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accent1">
                        <a:lumMod val="40000"/>
                        <a:lumOff val="60000"/>
                      </a:schemeClr>
                    </a:solidFill>
                  </a:tcPr>
                </a:tc>
                <a:extLst>
                  <a:ext uri="{0D108BD9-81ED-4DB2-BD59-A6C34878D82A}">
                    <a16:rowId xmlns:a16="http://schemas.microsoft.com/office/drawing/2014/main" val="10001"/>
                  </a:ext>
                </a:extLst>
              </a:tr>
              <a:tr h="462021">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プロセッサー</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16</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コア ：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4</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コア</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コントローラー</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endParaRPr kumimoji="0" lang="en-US" altLang="ja-JP"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20</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コア ：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10</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コア</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コントローラー</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40</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コア ：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10</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コア</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コントローラー</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12047763"/>
                  </a:ext>
                </a:extLst>
              </a:tr>
              <a:tr h="604334">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キャッシュ</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192GB</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512GB</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endParaRPr kumimoji="0" lang="en-US" altLang="ja-JP"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512GB</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1024GB</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2048GB</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53403311"/>
                  </a:ext>
                </a:extLst>
              </a:tr>
              <a:tr h="847725">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ホスト・アダプター</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16Gb 4port LW</a:t>
                      </a:r>
                    </a:p>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16Gb 4port SW</a:t>
                      </a:r>
                    </a:p>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32Gb 4port LW</a:t>
                      </a:r>
                    </a:p>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05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32Gb 4port SW</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最大</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8</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1" lang="ja-JP" altLang="en-US" sz="1100" dirty="0"/>
                        <a:t>最大</a:t>
                      </a:r>
                      <a:r>
                        <a:rPr kumimoji="1" lang="en-US" altLang="ja-JP" sz="1100" dirty="0"/>
                        <a:t>16</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endParaRPr kumimoji="0" lang="en-US" altLang="ja-JP"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algn="ctr"/>
                      <a:r>
                        <a:rPr kumimoji="1" lang="ja-JP" altLang="en-US" sz="1100" dirty="0"/>
                        <a:t>基本筐体のみ：最大</a:t>
                      </a:r>
                      <a:r>
                        <a:rPr kumimoji="1" lang="en-US" altLang="ja-JP" sz="1100" dirty="0"/>
                        <a:t>16</a:t>
                      </a:r>
                    </a:p>
                    <a:p>
                      <a:pPr algn="ctr"/>
                      <a:r>
                        <a:rPr kumimoji="1" lang="ja-JP" altLang="en-US" sz="1100" dirty="0"/>
                        <a:t>拡張筐体追加時：最大</a:t>
                      </a:r>
                      <a:r>
                        <a:rPr kumimoji="1" lang="en-US" altLang="ja-JP" sz="1100" dirty="0"/>
                        <a:t>32</a:t>
                      </a:r>
                      <a:endParaRPr kumimoji="1" lang="ja-JP" altLang="en-US" sz="1100" dirty="0"/>
                    </a:p>
                  </a:txBody>
                  <a:tcPr anchor="ctr">
                    <a:lnL w="12700"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032319476"/>
                  </a:ext>
                </a:extLst>
              </a:tr>
              <a:tr h="583103">
                <a:tc>
                  <a:txBody>
                    <a:bodyPr/>
                    <a:lstStyle>
                      <a:lvl1pPr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50" charset="-128"/>
                        </a:defRPr>
                      </a:lvl1pPr>
                      <a:lvl2pPr marL="742950" indent="-285750" eaLnBrk="0" hangingPunct="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50" charset="-128"/>
                        </a:defRPr>
                      </a:lvl2pPr>
                      <a:lvl3pPr marL="11430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構成可能</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Flash Card</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数</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最大</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96</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6Card set</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※4</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最大</a:t>
                      </a:r>
                      <a:r>
                        <a:rPr kumimoji="0" lang="en-US" altLang="ja-JP" sz="1100" b="0"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rPr>
                        <a:t>192</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ja-JP" altLang="en-US" sz="1100" b="0" i="0" u="none" strike="noStrike" cap="none" normalizeH="0" baseline="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12Card set</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endParaRPr kumimoji="0" lang="en-US" altLang="ja-JP"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100" dirty="0"/>
                        <a:t>基本筐体のみ：</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最大</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192</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12Card set</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endParaRPr kumimoji="1" lang="en-US" altLang="ja-JP" sz="1100" dirty="0"/>
                    </a:p>
                    <a:p>
                      <a:pPr marL="0" marR="0" lvl="0" indent="0" algn="ctr" defTabSz="457200" rtl="0" eaLnBrk="1" fontAlgn="auto" latinLnBrk="0" hangingPunct="1">
                        <a:lnSpc>
                          <a:spcPct val="100000"/>
                        </a:lnSpc>
                        <a:spcBef>
                          <a:spcPts val="0"/>
                        </a:spcBef>
                        <a:spcAft>
                          <a:spcPts val="0"/>
                        </a:spcAft>
                        <a:buClrTx/>
                        <a:buSzTx/>
                        <a:buFontTx/>
                        <a:buNone/>
                        <a:tabLst/>
                        <a:defRPr/>
                      </a:pPr>
                      <a:r>
                        <a:rPr kumimoji="1" lang="ja-JP" altLang="en-US" sz="1100" dirty="0"/>
                        <a:t>拡張筐体追加時：</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最大</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384</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24Card set</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3"/>
                  </a:ext>
                </a:extLst>
              </a:tr>
              <a:tr h="406665">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接続可能拡張筐体数</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endParaRPr kumimoji="0" lang="en-US" altLang="ja-JP"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台（</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40</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コア前提）</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54309543"/>
                  </a:ext>
                </a:extLst>
              </a:tr>
              <a:tr h="528320">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構成可能</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Flash Card</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gridSpan="2">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High Performance(HP)</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800GB/1600GB/3200GB</a:t>
                      </a: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High Capacity(HC)</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1.92TB/3.84TB/7.68TB/15.36TB</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kumimoji="1" lang="ja-JP" altLang="en-US"/>
                    </a:p>
                  </a:txBody>
                  <a:tcPr>
                    <a:lnL w="12700" cap="flat" cmpd="sng" algn="ctr">
                      <a:solidFill>
                        <a:schemeClr val="tx1"/>
                      </a:solidFill>
                      <a:prstDash val="solid"/>
                      <a:round/>
                      <a:headEnd type="none" w="med" len="med"/>
                      <a:tailEnd type="none" w="med" len="med"/>
                    </a:ln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endParaRPr kumimoji="0" lang="en-US" altLang="ja-JP"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HP </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800GB/1600GB/3200GB</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HC </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3.84TB/7.68TB/15.36TB</a:t>
                      </a:r>
                    </a:p>
                  </a:txBody>
                  <a:tcPr anchor="ctr">
                    <a:lnL w="12700"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24835335"/>
                  </a:ext>
                </a:extLst>
              </a:tr>
              <a:tr h="578406">
                <a:tc>
                  <a:txBody>
                    <a:bodyPr/>
                    <a:lstStyle>
                      <a:lvl1pPr eaLnBrk="0" hangingPunct="0">
                        <a:spcBef>
                          <a:spcPct val="20000"/>
                        </a:spcBef>
                        <a:buClr>
                          <a:schemeClr val="tx1"/>
                        </a:buClr>
                        <a:buFont typeface="Wingdings" panose="05000000000000000000" pitchFamily="2" charset="2"/>
                        <a:defRPr sz="1400">
                          <a:solidFill>
                            <a:schemeClr val="tx1"/>
                          </a:solidFill>
                          <a:latin typeface="Arial" panose="020B0604020202020204" pitchFamily="34" charset="0"/>
                          <a:ea typeface="ＭＳ Ｐゴシック" panose="020B0600070205080204" pitchFamily="50" charset="-128"/>
                        </a:defRPr>
                      </a:lvl1pPr>
                      <a:lvl2pPr marL="742950" indent="-285750" eaLnBrk="0" hangingPunct="0">
                        <a:spcBef>
                          <a:spcPct val="20000"/>
                        </a:spcBef>
                        <a:buClr>
                          <a:schemeClr val="tx1"/>
                        </a:buClr>
                        <a:buFont typeface="Arial" panose="020B0604020202020204" pitchFamily="34" charset="0"/>
                        <a:defRPr sz="1200">
                          <a:solidFill>
                            <a:schemeClr val="tx1"/>
                          </a:solidFill>
                          <a:latin typeface="Arial" panose="020B0604020202020204" pitchFamily="34" charset="0"/>
                          <a:ea typeface="ＭＳ Ｐゴシック" panose="020B0600070205080204" pitchFamily="50" charset="-128"/>
                        </a:defRPr>
                      </a:lvl2pPr>
                      <a:lvl3pPr marL="11430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defRPr sz="12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defRPr sz="1200">
                          <a:solidFill>
                            <a:schemeClr val="tx1"/>
                          </a:solidFill>
                          <a:latin typeface="Arial" panose="020B0604020202020204" pitchFamily="34" charset="0"/>
                          <a:ea typeface="ＭＳ Ｐゴシック" panose="020B0600070205080204" pitchFamily="50" charset="-128"/>
                        </a:defRPr>
                      </a:lvl9p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高さ</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16</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48 Flash Card</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構成時</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15</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Ｕ</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p>
                      <a:pPr marL="0" marR="0" lvl="0" indent="0" algn="l"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64</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96</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Flash</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Card</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構成時</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19</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Ｕ</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※2</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※3</a:t>
                      </a:r>
                      <a:r>
                        <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　</a:t>
                      </a: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※4</a:t>
                      </a: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1" lang="en-US" altLang="ja-JP" sz="1100" dirty="0"/>
                        <a:t>40U</a:t>
                      </a:r>
                      <a:endPar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endParaRPr kumimoji="0" lang="ja-JP" altLang="en-US" sz="8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
                          <a:schemeClr val="tx1"/>
                        </a:buClr>
                        <a:buSzTx/>
                        <a:buFont typeface="Wingdings" panose="05000000000000000000" pitchFamily="2" charset="2"/>
                        <a:buNone/>
                        <a:tabLst/>
                      </a:pPr>
                      <a:r>
                        <a:rPr kumimoji="0" lang="en-US" altLang="ja-JP"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rPr>
                        <a:t>40U</a:t>
                      </a:r>
                      <a:endParaRPr kumimoji="0" lang="ja-JP" altLang="en-US" sz="1100" b="0" i="0" u="none" strike="noStrike" cap="none" normalizeH="0" baseline="0" dirty="0">
                        <a:ln>
                          <a:noFill/>
                        </a:ln>
                        <a:solidFill>
                          <a:schemeClr val="tx1"/>
                        </a:solidFill>
                        <a:effectLst/>
                        <a:latin typeface="Arial" panose="020B0604020202020204" pitchFamily="34" charset="0"/>
                        <a:ea typeface="ＭＳ Ｐゴシック" panose="020B0600070205080204" pitchFamily="50" charset="-128"/>
                      </a:endParaRPr>
                    </a:p>
                  </a:txBody>
                  <a:tcPr marT="18289" marB="1828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bl>
          </a:graphicData>
        </a:graphic>
      </p:graphicFrame>
      <p:sp>
        <p:nvSpPr>
          <p:cNvPr id="2" name="TextBox 1"/>
          <p:cNvSpPr txBox="1"/>
          <p:nvPr/>
        </p:nvSpPr>
        <p:spPr>
          <a:xfrm>
            <a:off x="365760" y="5673035"/>
            <a:ext cx="7040880" cy="830997"/>
          </a:xfrm>
          <a:prstGeom prst="rect">
            <a:avLst/>
          </a:prstGeom>
          <a:noFill/>
        </p:spPr>
        <p:txBody>
          <a:bodyPr wrap="square" rtlCol="0">
            <a:spAutoFit/>
          </a:bodyPr>
          <a:lstStyle/>
          <a:p>
            <a:r>
              <a:rPr kumimoji="1" lang="en-US" altLang="ja-JP" sz="1200" dirty="0"/>
              <a:t>※1 Flash Card</a:t>
            </a:r>
            <a:r>
              <a:rPr kumimoji="1" lang="ja-JP" altLang="en-US" sz="1200" dirty="0"/>
              <a:t>は</a:t>
            </a:r>
            <a:r>
              <a:rPr kumimoji="1" lang="en-US" altLang="ja-JP" sz="1200" dirty="0"/>
              <a:t>16</a:t>
            </a:r>
            <a:r>
              <a:rPr kumimoji="1" lang="ja-JP" altLang="en-US" sz="1200" dirty="0"/>
              <a:t>枚単位（</a:t>
            </a:r>
            <a:r>
              <a:rPr kumimoji="1" lang="en-US" altLang="ja-JP" sz="1200" dirty="0"/>
              <a:t>Card set</a:t>
            </a:r>
            <a:r>
              <a:rPr kumimoji="1" lang="ja-JP" altLang="en-US" sz="1200" dirty="0"/>
              <a:t>）で導入</a:t>
            </a:r>
            <a:endParaRPr kumimoji="1" lang="en-US" altLang="ja-JP" sz="1200" dirty="0"/>
          </a:p>
          <a:p>
            <a:r>
              <a:rPr kumimoji="1" lang="en-US" altLang="ja-JP" sz="1200" dirty="0"/>
              <a:t>※2 </a:t>
            </a:r>
            <a:r>
              <a:rPr kumimoji="1" lang="ja-JP" altLang="en-US" sz="1200" dirty="0"/>
              <a:t>ラックスペースは連続している必要あり</a:t>
            </a:r>
            <a:endParaRPr kumimoji="1" lang="en-US" altLang="ja-JP" sz="1200" dirty="0"/>
          </a:p>
          <a:p>
            <a:r>
              <a:rPr kumimoji="1" lang="en-US" altLang="ja-JP" sz="1200" dirty="0"/>
              <a:t>※3 </a:t>
            </a:r>
            <a:r>
              <a:rPr kumimoji="1" lang="ja-JP" altLang="en-US" sz="1200" dirty="0"/>
              <a:t>専用のキーボード</a:t>
            </a:r>
            <a:r>
              <a:rPr kumimoji="1" lang="en-US" altLang="ja-JP" sz="1200" dirty="0"/>
              <a:t>&amp;</a:t>
            </a:r>
            <a:r>
              <a:rPr kumimoji="1" lang="ja-JP" altLang="en-US" sz="1200" dirty="0"/>
              <a:t>ディスプレイを構成する場合は</a:t>
            </a:r>
            <a:r>
              <a:rPr kumimoji="1" lang="en-US" altLang="ja-JP" sz="1200" dirty="0"/>
              <a:t>+1U</a:t>
            </a:r>
            <a:r>
              <a:rPr kumimoji="1" lang="ja-JP" altLang="en-US" sz="1200" dirty="0"/>
              <a:t>（連続したラックスペースでなくても設置可）</a:t>
            </a:r>
            <a:endParaRPr kumimoji="1" lang="en-US" altLang="ja-JP" sz="1200" dirty="0"/>
          </a:p>
          <a:p>
            <a:r>
              <a:rPr kumimoji="1" lang="en-US" altLang="ja-JP" sz="1200" dirty="0"/>
              <a:t>※4 z</a:t>
            </a:r>
            <a:r>
              <a:rPr kumimoji="1" lang="ja-JP" altLang="en-US" sz="1200" dirty="0"/>
              <a:t>ラック搭載時は最大</a:t>
            </a:r>
            <a:r>
              <a:rPr kumimoji="1" lang="en-US" altLang="ja-JP" sz="1200" dirty="0"/>
              <a:t>48FlashCard</a:t>
            </a:r>
            <a:r>
              <a:rPr kumimoji="1" lang="ja-JP" altLang="en-US" sz="1200" dirty="0"/>
              <a:t>（</a:t>
            </a:r>
            <a:r>
              <a:rPr kumimoji="1" lang="en-US" altLang="ja-JP" sz="1200" dirty="0"/>
              <a:t>3Card set</a:t>
            </a:r>
            <a:r>
              <a:rPr kumimoji="1" lang="ja-JP" altLang="en-US" sz="1200" dirty="0"/>
              <a:t>）</a:t>
            </a:r>
            <a:endParaRPr kumimoji="1" lang="en-US" altLang="ja-JP" sz="1200" dirty="0"/>
          </a:p>
        </p:txBody>
      </p:sp>
    </p:spTree>
    <p:extLst>
      <p:ext uri="{BB962C8B-B14F-4D97-AF65-F5344CB8AC3E}">
        <p14:creationId xmlns:p14="http://schemas.microsoft.com/office/powerpoint/2010/main" val="2403133065"/>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7889FB"/>
      </a:accent1>
      <a:accent2>
        <a:srgbClr val="71BFC5"/>
      </a:accent2>
      <a:accent3>
        <a:srgbClr val="FFFFFF"/>
      </a:accent3>
      <a:accent4>
        <a:srgbClr val="000000"/>
      </a:accent4>
      <a:accent5>
        <a:srgbClr val="BEC4FD"/>
      </a:accent5>
      <a:accent6>
        <a:srgbClr val="66ADB2"/>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Default Design 1">
        <a:dk1>
          <a:srgbClr val="000000"/>
        </a:dk1>
        <a:lt1>
          <a:srgbClr val="FFFFFF"/>
        </a:lt1>
        <a:dk2>
          <a:srgbClr val="000000"/>
        </a:dk2>
        <a:lt2>
          <a:srgbClr val="808080"/>
        </a:lt2>
        <a:accent1>
          <a:srgbClr val="7889FB"/>
        </a:accent1>
        <a:accent2>
          <a:srgbClr val="71BFC5"/>
        </a:accent2>
        <a:accent3>
          <a:srgbClr val="FFFFFF"/>
        </a:accent3>
        <a:accent4>
          <a:srgbClr val="000000"/>
        </a:accent4>
        <a:accent5>
          <a:srgbClr val="BEC4FD"/>
        </a:accent5>
        <a:accent6>
          <a:srgbClr val="66ADB2"/>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31105</TotalTime>
  <Words>553</Words>
  <Application>Microsoft Macintosh PowerPoint</Application>
  <PresentationFormat>On-screen Show (4:3)</PresentationFormat>
  <Paragraphs>133</Paragraphs>
  <Slides>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游ゴシック</vt:lpstr>
      <vt:lpstr>Arial</vt:lpstr>
      <vt:lpstr>Wingdings</vt:lpstr>
      <vt:lpstr>Default Design</vt:lpstr>
      <vt:lpstr>はじめに</vt:lpstr>
      <vt:lpstr>PowerPoint Presentation</vt:lpstr>
      <vt:lpstr>PowerPoint Presentation</vt:lpstr>
    </vt:vector>
  </TitlesOfParts>
  <Company>IBM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IBM Corporation</dc:creator>
  <cp:lastModifiedBy>Kaichu Chung</cp:lastModifiedBy>
  <cp:revision>1629</cp:revision>
  <cp:lastPrinted>2017-02-09T08:24:12Z</cp:lastPrinted>
  <dcterms:created xsi:type="dcterms:W3CDTF">2009-01-25T03:22:51Z</dcterms:created>
  <dcterms:modified xsi:type="dcterms:W3CDTF">2022-02-20T08:28:10Z</dcterms:modified>
</cp:coreProperties>
</file>