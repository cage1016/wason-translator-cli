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19.4-->
<p:presentation xmlns:r="http://schemas.openxmlformats.org/officeDocument/2006/relationships" xmlns:a="http://schemas.openxmlformats.org/drawingml/2006/main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IdLst>
    <p:sldId id="392" r:id="rId3"/>
    <p:sldId id="980" r:id="rId4"/>
    <p:sldId id="498" r:id="rId5"/>
  </p:sldIdLst>
  <p:sldSz cx="9144000" cy="6858000"/>
  <p:notesSz cx="6794500" cy="9931400"/>
  <p:custDataLst>
    <p:tags r:id="rId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DDDDDD"/>
    <a:srgbClr val="0000FF"/>
    <a:srgbClr val="FF0000"/>
    <a:srgbClr val="FFFFCC"/>
    <a:srgbClr val="78C3FC"/>
    <a:srgbClr val="FF3300"/>
    <a:srgbClr val="788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9" autoAdjust="0"/>
    <p:restoredTop sz="86338" autoAdjust="0"/>
  </p:normalViewPr>
  <p:slideViewPr>
    <p:cSldViewPr snapToGrid="0">
      <p:cViewPr varScale="1">
        <p:scale>
          <a:sx n="101" d="100"/>
          <a:sy n="101" d="100"/>
        </p:scale>
        <p:origin x="168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922" y="72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tags" Target="tags/tag1.xml" /><Relationship Id="rId7" Type="http://schemas.openxmlformats.org/officeDocument/2006/relationships/presProps" Target="presProps.xml" /><Relationship Id="rId8" Type="http://schemas.openxmlformats.org/officeDocument/2006/relationships/viewProps" Target="viewProps.xml" /><Relationship Id="rId9" Type="http://schemas.openxmlformats.org/officeDocument/2006/relationships/theme" Target="theme/theme1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117" tIns="46058" rIns="92117" bIns="4605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/>
                <a:ea typeface="MS PGothic" pitchFamily="34" charset="-128"/>
                <a:cs typeface="MS PGothic" pitchFamily="34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100" y="0"/>
            <a:ext cx="2944813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117" tIns="46058" rIns="92117" bIns="4605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/>
                <a:ea typeface="MS PGothic" pitchFamily="34" charset="-128"/>
                <a:cs typeface="MS PGothic" pitchFamily="34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744538"/>
            <a:ext cx="4967288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5600" cy="4470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117" tIns="46058" rIns="92117" bIns="460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4813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117" tIns="46058" rIns="92117" bIns="4605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/>
                <a:ea typeface="MS PGothic" pitchFamily="34" charset="-128"/>
                <a:cs typeface="MS PGothic" pitchFamily="34" charset="-128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100" y="9432925"/>
            <a:ext cx="2944813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117" tIns="46058" rIns="92117" bIns="4605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BFF73F0-A6EF-4D2A-9A2A-3F3017AEC732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180809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anose="020b0600070205080204" pitchFamily="50" charset="-128"/>
        <a:cs typeface="MS PGothic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anose="020b0600070205080204" pitchFamily="50" charset="-128"/>
        <a:cs typeface="MS PGothic" pitchFamily="34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anose="020b0600070205080204" pitchFamily="50" charset="-128"/>
        <a:cs typeface="MS PGothic" pitchFamily="34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anose="020b0600070205080204" pitchFamily="50" charset="-128"/>
        <a:cs typeface="MS PGothic" pitchFamily="34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anose="020b0600070205080204" pitchFamily="50" charset="-128"/>
        <a:cs typeface="MS PGothic" pitchFamily="34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FF73F0-A6EF-4D2A-9A2A-3F3017AEC732}" type="slidenum">
              <a:rPr lang="ja-JP" altLang="en-US" smtClean="0"/>
              <a:pPr>
                <a:defRPr/>
              </a:pPr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9400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endParaRPr kumimoji="1" lang="ja-JP" altLang="en-US">
              <a:latin typeface="Arial" panose="020b0604020202020204" pitchFamily="34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7EE9BF1B-5B3A-419B-9F63-01B688A43DDC}" type="slidenum">
              <a:rPr lang="ja-JP" altLang="en-US" smtClean="0"/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39437872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jpeg" /><Relationship Id="rId2" Type="http://schemas.openxmlformats.org/officeDocument/2006/relationships/image" Target="../media/image2.jpe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Group 54"/>
          <p:cNvGrpSpPr/>
          <p:nvPr/>
        </p:nvGrpSpPr>
        <p:grpSpPr>
          <a:xfrm>
            <a:off x="254000" y="3573463"/>
            <a:ext cx="8629650" cy="2219325"/>
            <a:chOff x="160" y="2308"/>
            <a:chExt cx="5436" cy="1398"/>
          </a:xfrm>
        </p:grpSpPr>
        <p:sp>
          <p:nvSpPr>
            <p:cNvPr id="4" name="Rectangle 32"/>
            <p:cNvSpPr>
              <a:spLocks noChangeArrowheads="1"/>
            </p:cNvSpPr>
            <p:nvPr userDrawn="1"/>
          </p:nvSpPr>
          <p:spPr bwMode="auto">
            <a:xfrm>
              <a:off x="160" y="2308"/>
              <a:ext cx="858" cy="288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en-AU" altLang="ja-JP"/>
            </a:p>
          </p:txBody>
        </p:sp>
        <p:sp>
          <p:nvSpPr>
            <p:cNvPr id="5" name="Rectangle 33"/>
            <p:cNvSpPr>
              <a:spLocks noChangeArrowheads="1"/>
            </p:cNvSpPr>
            <p:nvPr userDrawn="1"/>
          </p:nvSpPr>
          <p:spPr bwMode="auto">
            <a:xfrm>
              <a:off x="160" y="2862"/>
              <a:ext cx="858" cy="288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en-AU" altLang="ja-JP"/>
            </a:p>
          </p:txBody>
        </p:sp>
        <p:sp>
          <p:nvSpPr>
            <p:cNvPr id="6" name="Rectangle 34"/>
            <p:cNvSpPr>
              <a:spLocks noChangeArrowheads="1"/>
            </p:cNvSpPr>
            <p:nvPr userDrawn="1"/>
          </p:nvSpPr>
          <p:spPr bwMode="auto">
            <a:xfrm>
              <a:off x="160" y="3418"/>
              <a:ext cx="269" cy="288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en-AU" altLang="ja-JP"/>
            </a:p>
          </p:txBody>
        </p:sp>
        <p:sp>
          <p:nvSpPr>
            <p:cNvPr id="7" name="Rectangle 35"/>
            <p:cNvSpPr>
              <a:spLocks noChangeArrowheads="1"/>
            </p:cNvSpPr>
            <p:nvPr userDrawn="1"/>
          </p:nvSpPr>
          <p:spPr bwMode="auto">
            <a:xfrm>
              <a:off x="4738" y="2308"/>
              <a:ext cx="858" cy="288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en-AU" altLang="ja-JP"/>
            </a:p>
          </p:txBody>
        </p:sp>
        <p:sp>
          <p:nvSpPr>
            <p:cNvPr id="8" name="Rectangle 36"/>
            <p:cNvSpPr>
              <a:spLocks noChangeArrowheads="1"/>
            </p:cNvSpPr>
            <p:nvPr userDrawn="1"/>
          </p:nvSpPr>
          <p:spPr bwMode="auto">
            <a:xfrm>
              <a:off x="4738" y="2862"/>
              <a:ext cx="858" cy="288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en-AU" altLang="ja-JP"/>
            </a:p>
          </p:txBody>
        </p:sp>
        <p:sp>
          <p:nvSpPr>
            <p:cNvPr id="9" name="Rectangle 37"/>
            <p:cNvSpPr>
              <a:spLocks noChangeArrowheads="1"/>
            </p:cNvSpPr>
            <p:nvPr userDrawn="1"/>
          </p:nvSpPr>
          <p:spPr bwMode="auto">
            <a:xfrm>
              <a:off x="5327" y="3418"/>
              <a:ext cx="269" cy="288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en-AU" altLang="ja-JP"/>
            </a:p>
          </p:txBody>
        </p:sp>
        <p:sp>
          <p:nvSpPr>
            <p:cNvPr id="10" name="Freeform 38"/>
            <p:cNvSpPr/>
            <p:nvPr userDrawn="1"/>
          </p:nvSpPr>
          <p:spPr bwMode="auto">
            <a:xfrm>
              <a:off x="1305" y="2308"/>
              <a:ext cx="2861" cy="288"/>
            </a:xfrm>
            <a:custGeom>
              <a:gdLst>
                <a:gd name="T0" fmla="*/ 0 w 2880"/>
                <a:gd name="T1" fmla="*/ 0 h 288"/>
                <a:gd name="T2" fmla="*/ 0 w 2880"/>
                <a:gd name="T3" fmla="*/ 288 h 288"/>
                <a:gd name="T4" fmla="*/ 967 w 2880"/>
                <a:gd name="T5" fmla="*/ 288 h 288"/>
                <a:gd name="T6" fmla="*/ 952 w 2880"/>
                <a:gd name="T7" fmla="*/ 256 h 288"/>
                <a:gd name="T8" fmla="*/ 895 w 2880"/>
                <a:gd name="T9" fmla="*/ 134 h 288"/>
                <a:gd name="T10" fmla="*/ 815 w 2880"/>
                <a:gd name="T11" fmla="*/ 46 h 288"/>
                <a:gd name="T12" fmla="*/ 751 w 2880"/>
                <a:gd name="T13" fmla="*/ 10 h 288"/>
                <a:gd name="T14" fmla="*/ 709 w 2880"/>
                <a:gd name="T15" fmla="*/ 0 h 288"/>
                <a:gd name="T16" fmla="*/ 0 w 2880"/>
                <a:gd name="T17" fmla="*/ 0 h 28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80" h="288">
                  <a:moveTo>
                    <a:pt x="0" y="0"/>
                  </a:moveTo>
                  <a:lnTo>
                    <a:pt x="0" y="288"/>
                  </a:lnTo>
                  <a:lnTo>
                    <a:pt x="2880" y="288"/>
                  </a:lnTo>
                  <a:lnTo>
                    <a:pt x="2838" y="256"/>
                  </a:lnTo>
                  <a:cubicBezTo>
                    <a:pt x="2838" y="256"/>
                    <a:pt x="2728" y="169"/>
                    <a:pt x="2660" y="134"/>
                  </a:cubicBezTo>
                  <a:cubicBezTo>
                    <a:pt x="2592" y="99"/>
                    <a:pt x="2502" y="67"/>
                    <a:pt x="2430" y="46"/>
                  </a:cubicBezTo>
                  <a:cubicBezTo>
                    <a:pt x="2358" y="25"/>
                    <a:pt x="2283" y="18"/>
                    <a:pt x="2230" y="10"/>
                  </a:cubicBezTo>
                  <a:lnTo>
                    <a:pt x="21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4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" name="Freeform 39"/>
            <p:cNvSpPr/>
            <p:nvPr userDrawn="1"/>
          </p:nvSpPr>
          <p:spPr bwMode="auto">
            <a:xfrm>
              <a:off x="1305" y="2862"/>
              <a:ext cx="3173" cy="290"/>
            </a:xfrm>
            <a:custGeom>
              <a:gdLst>
                <a:gd name="T0" fmla="*/ 0 w 3194"/>
                <a:gd name="T1" fmla="*/ 0 h 290"/>
                <a:gd name="T2" fmla="*/ 0 w 3194"/>
                <a:gd name="T3" fmla="*/ 288 h 290"/>
                <a:gd name="T4" fmla="*/ 1077 w 3194"/>
                <a:gd name="T5" fmla="*/ 290 h 290"/>
                <a:gd name="T6" fmla="*/ 1076 w 3194"/>
                <a:gd name="T7" fmla="*/ 256 h 290"/>
                <a:gd name="T8" fmla="*/ 1066 w 3194"/>
                <a:gd name="T9" fmla="*/ 146 h 290"/>
                <a:gd name="T10" fmla="*/ 1052 w 3194"/>
                <a:gd name="T11" fmla="*/ 34 h 290"/>
                <a:gd name="T12" fmla="*/ 1047 w 3194"/>
                <a:gd name="T13" fmla="*/ 2 h 290"/>
                <a:gd name="T14" fmla="*/ 0 w 3194"/>
                <a:gd name="T15" fmla="*/ 0 h 2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93" h="290">
                  <a:moveTo>
                    <a:pt x="0" y="0"/>
                  </a:moveTo>
                  <a:lnTo>
                    <a:pt x="0" y="288"/>
                  </a:lnTo>
                  <a:lnTo>
                    <a:pt x="3194" y="290"/>
                  </a:lnTo>
                  <a:lnTo>
                    <a:pt x="3188" y="256"/>
                  </a:lnTo>
                  <a:cubicBezTo>
                    <a:pt x="3182" y="232"/>
                    <a:pt x="3172" y="183"/>
                    <a:pt x="3160" y="146"/>
                  </a:cubicBezTo>
                  <a:cubicBezTo>
                    <a:pt x="3146" y="103"/>
                    <a:pt x="3128" y="58"/>
                    <a:pt x="3118" y="34"/>
                  </a:cubicBezTo>
                  <a:lnTo>
                    <a:pt x="310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4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2" name="Freeform 40"/>
            <p:cNvSpPr/>
            <p:nvPr userDrawn="1"/>
          </p:nvSpPr>
          <p:spPr bwMode="auto">
            <a:xfrm>
              <a:off x="3594" y="3416"/>
              <a:ext cx="916" cy="290"/>
            </a:xfrm>
            <a:custGeom>
              <a:gdLst>
                <a:gd name="T0" fmla="*/ 0 w 3194"/>
                <a:gd name="T1" fmla="*/ 290 h 290"/>
                <a:gd name="T2" fmla="*/ 0 w 3194"/>
                <a:gd name="T3" fmla="*/ 2 h 290"/>
                <a:gd name="T4" fmla="*/ 0 w 3194"/>
                <a:gd name="T5" fmla="*/ 0 h 290"/>
                <a:gd name="T6" fmla="*/ 0 w 3194"/>
                <a:gd name="T7" fmla="*/ 156 h 290"/>
                <a:gd name="T8" fmla="*/ 0 w 3194"/>
                <a:gd name="T9" fmla="*/ 254 h 290"/>
                <a:gd name="T10" fmla="*/ 0 w 3194"/>
                <a:gd name="T11" fmla="*/ 290 h 290"/>
                <a:gd name="T12" fmla="*/ 0 w 3194"/>
                <a:gd name="T13" fmla="*/ 290 h 2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93" h="290">
                  <a:moveTo>
                    <a:pt x="0" y="290"/>
                  </a:moveTo>
                  <a:lnTo>
                    <a:pt x="0" y="2"/>
                  </a:lnTo>
                  <a:lnTo>
                    <a:pt x="3194" y="0"/>
                  </a:lnTo>
                  <a:lnTo>
                    <a:pt x="3176" y="156"/>
                  </a:lnTo>
                  <a:cubicBezTo>
                    <a:pt x="3169" y="198"/>
                    <a:pt x="3162" y="232"/>
                    <a:pt x="3150" y="254"/>
                  </a:cubicBezTo>
                  <a:lnTo>
                    <a:pt x="3140" y="290"/>
                  </a:lnTo>
                  <a:lnTo>
                    <a:pt x="0" y="290"/>
                  </a:lnTo>
                  <a:close/>
                </a:path>
              </a:pathLst>
            </a:custGeom>
            <a:solidFill>
              <a:schemeClr val="bg1">
                <a:alpha val="4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3" name="Rectangle 41"/>
            <p:cNvSpPr>
              <a:spLocks noChangeArrowheads="1"/>
            </p:cNvSpPr>
            <p:nvPr userDrawn="1"/>
          </p:nvSpPr>
          <p:spPr bwMode="auto">
            <a:xfrm>
              <a:off x="1877" y="3418"/>
              <a:ext cx="858" cy="288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en-AU" altLang="ja-JP"/>
            </a:p>
          </p:txBody>
        </p:sp>
      </p:grpSp>
      <p:sp>
        <p:nvSpPr>
          <p:cNvPr id="14" name="Line 43"/>
          <p:cNvSpPr>
            <a:spLocks noChangeShapeType="1"/>
          </p:cNvSpPr>
          <p:nvPr/>
        </p:nvSpPr>
        <p:spPr bwMode="auto">
          <a:xfrm>
            <a:off x="255588" y="1022350"/>
            <a:ext cx="8629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pic>
        <p:nvPicPr>
          <p:cNvPr id="15" name="Picture 47" descr="ibmlogobl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99450" y="674688"/>
            <a:ext cx="6032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6"/>
          <p:cNvSpPr>
            <a:spLocks noChangeArrowheads="1"/>
          </p:cNvSpPr>
          <p:nvPr/>
        </p:nvSpPr>
        <p:spPr bwMode="black">
          <a:xfrm>
            <a:off x="5924550" y="6496050"/>
            <a:ext cx="3054350" cy="214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defRPr/>
            </a:pPr>
            <a:r>
              <a:rPr lang="en-US" altLang="ja-JP" sz="800"/>
              <a:t>© 2019</a:t>
            </a:r>
            <a:r>
              <a:rPr lang="ja-JP" altLang="en-US" sz="800"/>
              <a:t> </a:t>
            </a:r>
            <a:r>
              <a:rPr lang="en-US" altLang="ja-JP" sz="800"/>
              <a:t>IBM Corporation</a:t>
            </a:r>
            <a:endParaRPr lang="en-US" altLang="ja-JP"/>
          </a:p>
        </p:txBody>
      </p:sp>
      <p:pic>
        <p:nvPicPr>
          <p:cNvPr id="1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4163" y="3846513"/>
            <a:ext cx="857567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1428750"/>
            <a:ext cx="8766175" cy="1992313"/>
          </a:xfrm>
        </p:spPr>
        <p:txBody>
          <a:bodyPr anchor="b"/>
          <a:lstStyle>
            <a:lvl1pPr>
              <a:lnSpc>
                <a:spcPts val="3200"/>
              </a:lnSpc>
              <a:defRPr sz="3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Rectangle 20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5772016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4A72E1-318E-4C72-942F-5BE7BDDF1FD2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56269103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DCC40A-90D8-4956-A8C6-A3CC8AAFB891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6606387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828800"/>
            <a:ext cx="43053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43053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DE65E-9110-4327-AADB-2543157719C4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90693080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96F4A5-9508-46BC-A14C-3EF8BF875D1B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83164722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E7F1F-B471-4C04-B1B8-C052D205105E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13592296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85636-D747-42B9-A1CA-011FEF1A5994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24969814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A0AB0-BC7D-49C9-99E2-DF60AEB2C947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38772259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0FC26-74AB-445B-B5A9-A371EF0180F5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67444735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FA9DE-9A4D-4AE4-9DA0-402BB1FD3646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57748429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7825" y="547688"/>
            <a:ext cx="2190750" cy="5776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547688"/>
            <a:ext cx="6423025" cy="5776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7C724-8CA7-423A-AF15-EB79BE8F5FE7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07856780"/>
      </p:ext>
    </p:extLst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547688"/>
            <a:ext cx="8766175" cy="1143000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2400" y="1828800"/>
            <a:ext cx="8763000" cy="4495800"/>
          </a:xfrm>
        </p:spPr>
        <p:txBody>
          <a:bodyPr/>
          <a:lstStyle/>
          <a:p>
            <a:pPr lvl="0"/>
            <a:endParaRPr lang="ja-JP" altLang="en-US" noProof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4036DC-1BB1-4C68-A03F-AAA2BB6D5968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266327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image" Target="../media/image1.jpeg" /><Relationship Id="rId14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547688"/>
            <a:ext cx="87661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828800"/>
            <a:ext cx="8763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255588" y="549275"/>
            <a:ext cx="8629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/>
          </a:p>
        </p:txBody>
      </p:sp>
      <p:pic>
        <p:nvPicPr>
          <p:cNvPr id="1029" name="Picture 8" descr="ibmlogoblk"/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99450" y="211138"/>
            <a:ext cx="6032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6"/>
          <p:cNvSpPr>
            <a:spLocks noChangeArrowheads="1"/>
          </p:cNvSpPr>
          <p:nvPr/>
        </p:nvSpPr>
        <p:spPr bwMode="black">
          <a:xfrm>
            <a:off x="5927725" y="6496050"/>
            <a:ext cx="3054350" cy="214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defRPr/>
            </a:pPr>
            <a:r>
              <a:rPr lang="en-US" altLang="ja-JP" sz="800"/>
              <a:t>© 2019</a:t>
            </a:r>
            <a:r>
              <a:rPr lang="ja-JP" altLang="en-US" sz="800"/>
              <a:t> </a:t>
            </a:r>
            <a:r>
              <a:rPr lang="en-US" altLang="ja-JP" sz="800"/>
              <a:t>IBM Corporation</a:t>
            </a:r>
            <a:endParaRPr lang="en-US" altLang="ja-JP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577013"/>
            <a:ext cx="2133600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fld id="{23052BFE-D550-41F3-8B15-878125840D7F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28" r:id="rId1"/>
    <p:sldLayoutId id="2147486117" r:id="rId2"/>
    <p:sldLayoutId id="2147486118" r:id="rId3"/>
    <p:sldLayoutId id="2147486119" r:id="rId4"/>
    <p:sldLayoutId id="2147486120" r:id="rId5"/>
    <p:sldLayoutId id="2147486121" r:id="rId6"/>
    <p:sldLayoutId id="2147486122" r:id="rId7"/>
    <p:sldLayoutId id="2147486123" r:id="rId8"/>
    <p:sldLayoutId id="2147486124" r:id="rId9"/>
    <p:sldLayoutId id="2147486125" r:id="rId10"/>
    <p:sldLayoutId id="2147486126" r:id="rId11"/>
    <p:sldLayoutId id="2147486127" r:id="rId12"/>
  </p:sldLayoutIdLst>
  <p:transition/>
  <p:timing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+mj-lt"/>
          <a:ea typeface="ＭＳ Ｐゴシック" panose="020b0600070205080204" pitchFamily="50" charset="-128"/>
          <a:cs typeface="MS PGothic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pitchFamily="-65" charset="0"/>
          <a:ea typeface="ＭＳ Ｐゴシック" panose="020b0600070205080204" pitchFamily="50" charset="-128"/>
          <a:cs typeface="MS PGothic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pitchFamily="-65" charset="0"/>
          <a:ea typeface="ＭＳ Ｐゴシック" panose="020b0600070205080204" pitchFamily="50" charset="-128"/>
          <a:cs typeface="MS PGothic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pitchFamily="-65" charset="0"/>
          <a:ea typeface="ＭＳ Ｐゴシック" panose="020b0600070205080204" pitchFamily="50" charset="-128"/>
          <a:cs typeface="MS PGothic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pitchFamily="-65" charset="0"/>
          <a:ea typeface="ＭＳ Ｐゴシック" panose="020b0600070205080204" pitchFamily="50" charset="-128"/>
          <a:cs typeface="MS PGothic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pitchFamily="-65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pitchFamily="-65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pitchFamily="-65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>
          <a:solidFill>
            <a:schemeClr val="accent1"/>
          </a:solidFill>
          <a:latin typeface="Arial" pitchFamily="-65" charset="0"/>
        </a:defRPr>
      </a:lvl9pPr>
    </p:titleStyle>
    <p:bodyStyle>
      <a:lvl1pPr marL="1714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anose="020b0600070205080204" pitchFamily="50" charset="-128"/>
          <a:cs typeface="MS PGothic" pitchFamily="34" charset="-128"/>
        </a:defRPr>
      </a:lvl1pPr>
      <a:lvl2pPr marL="509588" indent="-17462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–"/>
        <a:defRPr sz="1400">
          <a:solidFill>
            <a:schemeClr val="tx1"/>
          </a:solidFill>
          <a:latin typeface="+mn-lt"/>
          <a:ea typeface="ＭＳ Ｐゴシック" panose="020b0600070205080204" pitchFamily="50" charset="-128"/>
          <a:cs typeface="MS PGothic" pitchFamily="34" charset="-128"/>
        </a:defRPr>
      </a:lvl2pPr>
      <a:lvl3pPr marL="692150" indent="-11113" algn="l" rtl="0" eaLnBrk="0" fontAlgn="base" hangingPunct="0">
        <a:spcBef>
          <a:spcPct val="20000"/>
        </a:spcBef>
        <a:spcAft>
          <a:spcPct val="0"/>
        </a:spcAft>
        <a:defRPr sz="1400">
          <a:solidFill>
            <a:schemeClr val="tx1"/>
          </a:solidFill>
          <a:latin typeface="+mn-lt"/>
          <a:ea typeface="ＭＳ Ｐゴシック" panose="020b0600070205080204" pitchFamily="50" charset="-128"/>
          <a:cs typeface="MS PGothic" pitchFamily="34" charset="-128"/>
        </a:defRPr>
      </a:lvl3pPr>
      <a:lvl4pPr marL="1025525" indent="1588" algn="l" rtl="0" eaLnBrk="0" fontAlgn="base" hangingPunct="0">
        <a:spcBef>
          <a:spcPct val="20000"/>
        </a:spcBef>
        <a:spcAft>
          <a:spcPct val="0"/>
        </a:spcAft>
        <a:defRPr sz="1400">
          <a:solidFill>
            <a:schemeClr val="tx1"/>
          </a:solidFill>
          <a:latin typeface="+mn-lt"/>
          <a:ea typeface="ＭＳ Ｐゴシック" panose="020b0600070205080204" pitchFamily="50" charset="-128"/>
          <a:cs typeface="MS PGothic" pitchFamily="34" charset="-128"/>
        </a:defRPr>
      </a:lvl4pPr>
      <a:lvl5pPr marL="1371600" indent="457200" algn="l" rtl="0" eaLnBrk="0" fontAlgn="base" hangingPunct="0">
        <a:spcBef>
          <a:spcPct val="20000"/>
        </a:spcBef>
        <a:spcAft>
          <a:spcPct val="0"/>
        </a:spcAft>
        <a:defRPr sz="1400">
          <a:solidFill>
            <a:schemeClr val="tx1"/>
          </a:solidFill>
          <a:latin typeface="+mn-lt"/>
          <a:ea typeface="ＭＳ Ｐゴシック" panose="020b0600070205080204" pitchFamily="50" charset="-128"/>
          <a:cs typeface="MS PGothic" pitchFamily="34" charset="-128"/>
        </a:defRPr>
      </a:lvl5pPr>
      <a:lvl6pPr marL="1828800" algn="l" rtl="0" fontAlgn="base">
        <a:spcBef>
          <a:spcPct val="20000"/>
        </a:spcBef>
        <a:spcAft>
          <a:spcPct val="0"/>
        </a:spcAft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286000" algn="l" rtl="0" fontAlgn="base">
        <a:spcBef>
          <a:spcPct val="20000"/>
        </a:spcBef>
        <a:spcAft>
          <a:spcPct val="0"/>
        </a:spcAft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2743200" algn="l" rtl="0" fontAlgn="base">
        <a:spcBef>
          <a:spcPct val="20000"/>
        </a:spcBef>
        <a:spcAft>
          <a:spcPct val="0"/>
        </a:spcAft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200400" algn="l" rtl="0" fontAlgn="base">
        <a:spcBef>
          <a:spcPct val="20000"/>
        </a:spcBef>
        <a:spcAft>
          <a:spcPct val="0"/>
        </a:spcAft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3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146" name="Rectangle 10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fld id="{5EB7ACBD-2BC3-454F-8381-00365CAA2525}" type="slidenum">
              <a:rPr lang="ja-JP" altLang="en-US" smtClean="0"/>
              <a:t>1</a:t>
            </a:fld>
            <a:endParaRPr lang="en-US" altLang="ja-JP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15888"/>
            <a:ext cx="8766175" cy="504825"/>
          </a:xfrm>
        </p:spPr>
        <p:txBody>
          <a:bodyPr>
            <a:noAutofit/>
          </a:bodyPr>
          <a:lstStyle/>
          <a:p>
            <a:pPr eaLnBrk="1" hangingPunct="1">
              <a:defRPr sz="1600"/>
            </a:pPr>
            <a:r>
              <a:rPr lang="ja-JP" altLang="en-US"/>
              <a:t>入門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975" y="780662"/>
            <a:ext cx="8763000" cy="5630648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ja-JP" altLang="en-US"/>
              <a:t>本文件在 e-config中建立 DS8900F 配置時，提供注意事項及注意事項。</a:t>
            </a:r>
            <a:endParaRPr lang="ja-JP" altLang="en-US"/>
          </a:p>
          <a:p>
            <a:pPr marL="0" indent="0" eaLnBrk="1" hangingPunct="1">
              <a:buNone/>
              <a:defRPr/>
            </a:pPr>
            <a:endParaRPr lang="ja-JP" altLang="en-US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ja-JP" altLang="en-US"/>
              <a:t>- 我拒絕</a:t>
            </a:r>
            <a:endParaRPr lang="en-US" altLang="ja-JP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ja-JP" altLang="en-US"/>
              <a:t>本文件以 2019 年 12 月的配置規格為基礎。</a:t>
            </a:r>
            <a:endParaRPr lang="en-US" altLang="ja-JP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ja-JP" altLang="en-US"/>
              <a:t>未來的「規格」等規範可能變更，因此最新資訊將由「銷售手冊」確認。</a:t>
            </a:r>
            <a:endParaRPr lang="en-US" altLang="ja-JP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ja-JP" altLang="en-US"/>
              <a:t>請參閱。</a:t>
            </a:r>
            <a:endParaRPr lang="en-US" altLang="ja-JP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ja-JP"/>
          </a:p>
          <a:p>
            <a:pPr eaLnBrk="1" hangingPunct="1">
              <a:buNone/>
              <a:defRPr/>
            </a:pPr>
            <a:endParaRPr lang="en-US" altLang="ja-JP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ja-JP"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E88C9A-D3CF-4648-B710-E9AF3AEE6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>
            <a:noAutofit/>
          </a:bodyPr>
          <a:lstStyle/>
          <a:p>
            <a:pPr>
              <a:defRPr/>
            </a:pPr>
            <a:fld id="{C0085636-D747-42B9-A1CA-011FEF1A5994}" type="slidenum">
              <a:rPr lang="ja-JP" altLang="en-US" smtClean="0"/>
              <a:pPr>
                <a:defRPr/>
              </a:pPr>
              <a:t>2</a:t>
            </a:fld>
            <a:endParaRPr lang="en-US" altLang="ja-JP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930734-1C97-4B3A-AB78-51C205CC1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562441"/>
              </p:ext>
            </p:extLst>
          </p:nvPr>
        </p:nvGraphicFramePr>
        <p:xfrm>
          <a:off x="162560" y="3008461"/>
          <a:ext cx="8717281" cy="2997385"/>
        </p:xfrm>
        <a:graphic>
          <a:graphicData uri="http://schemas.openxmlformats.org/drawingml/2006/table">
            <a:tbl>
              <a:tblPr/>
              <a:tblGrid>
                <a:gridCol w="751840">
                  <a:extLst>
                    <a:ext uri="{9D8B030D-6E8A-4147-A177-3AD203B41FA5}">
                      <a16:colId xmlns:a16="http://schemas.microsoft.com/office/drawing/2014/main" val="3065749680"/>
                    </a:ext>
                  </a:extLst>
                </a:gridCol>
                <a:gridCol w="1130161">
                  <a:extLst>
                    <a:ext uri="{9D8B030D-6E8A-4147-A177-3AD203B41FA5}">
                      <a16:colId xmlns:a16="http://schemas.microsoft.com/office/drawing/2014/main" val="2006280954"/>
                    </a:ext>
                  </a:extLst>
                </a:gridCol>
                <a:gridCol w="952912">
                  <a:extLst>
                    <a:ext uri="{9D8B030D-6E8A-4147-A177-3AD203B41FA5}">
                      <a16:colId xmlns:a16="http://schemas.microsoft.com/office/drawing/2014/main" val="30540744"/>
                    </a:ext>
                  </a:extLst>
                </a:gridCol>
                <a:gridCol w="869532">
                  <a:extLst>
                    <a:ext uri="{9D8B030D-6E8A-4147-A177-3AD203B41FA5}">
                      <a16:colId xmlns:a16="http://schemas.microsoft.com/office/drawing/2014/main" val="541483771"/>
                    </a:ext>
                  </a:extLst>
                </a:gridCol>
                <a:gridCol w="669670">
                  <a:extLst>
                    <a:ext uri="{9D8B030D-6E8A-4147-A177-3AD203B41FA5}">
                      <a16:colId xmlns:a16="http://schemas.microsoft.com/office/drawing/2014/main" val="282094455"/>
                    </a:ext>
                  </a:extLst>
                </a:gridCol>
                <a:gridCol w="797325">
                  <a:extLst>
                    <a:ext uri="{9D8B030D-6E8A-4147-A177-3AD203B41FA5}">
                      <a16:colId xmlns:a16="http://schemas.microsoft.com/office/drawing/2014/main" val="3005610802"/>
                    </a:ext>
                  </a:extLst>
                </a:gridCol>
                <a:gridCol w="1100876">
                  <a:extLst>
                    <a:ext uri="{9D8B030D-6E8A-4147-A177-3AD203B41FA5}">
                      <a16:colId xmlns:a16="http://schemas.microsoft.com/office/drawing/2014/main" val="1111150427"/>
                    </a:ext>
                  </a:extLst>
                </a:gridCol>
                <a:gridCol w="949100">
                  <a:extLst>
                    <a:ext uri="{9D8B030D-6E8A-4147-A177-3AD203B41FA5}">
                      <a16:colId xmlns:a16="http://schemas.microsoft.com/office/drawing/2014/main" val="2447938562"/>
                    </a:ext>
                  </a:extLst>
                </a:gridCol>
                <a:gridCol w="1495865">
                  <a:extLst>
                    <a:ext uri="{9D8B030D-6E8A-4147-A177-3AD203B41FA5}">
                      <a16:colId xmlns:a16="http://schemas.microsoft.com/office/drawing/2014/main" val="3081935632"/>
                    </a:ext>
                  </a:extLst>
                </a:gridCol>
              </a:tblGrid>
              <a:tr h="374819"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型號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機型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快閃記憶體卡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電源供應器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型號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機型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快閃記憶體卡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電源供應器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0163436"/>
                  </a:ext>
                </a:extLst>
              </a:tr>
              <a:tr h="204118"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936412"/>
                  </a:ext>
                </a:extLst>
              </a:tr>
              <a:tr h="267465"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DS8882F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533x-983 *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最多 48</a:t>
                      </a:r>
                      <a:endParaRPr lang="en-US" altLang="ja-JP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單相電源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DS8910F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533x-993 *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最多 96</a:t>
                      </a:r>
                      <a:endParaRPr lang="en-US" altLang="ja-JP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zh-TW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單相電源/三相電源</a:t>
                      </a:r>
                      <a:endParaRPr lang="zh-TW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224685"/>
                  </a:ext>
                </a:extLst>
              </a:tr>
              <a:tr h="204118"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 vert="horz" wrap="square">
                      <a:noAutofit/>
                    </a:bodyPr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533x-994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最大值 192</a:t>
                      </a:r>
                      <a:endParaRPr lang="en-US" altLang="ja-JP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zh-TW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單相電源/三相電源</a:t>
                      </a:r>
                      <a:endParaRPr lang="zh-TW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210340"/>
                  </a:ext>
                </a:extLst>
              </a:tr>
              <a:tr h="225234"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DS8884F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533x-984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最大值 192</a:t>
                      </a:r>
                      <a:endParaRPr lang="en-US" altLang="ja-JP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單相電源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 vert="horz" wrap="square">
                      <a:noAutofit/>
                    </a:bodyPr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 vert="horz" wrap="square">
                      <a:noAutofit/>
                    </a:bodyPr>
                    <a:lstStyle/>
                    <a:p>
                      <a:pPr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533x-994</a:t>
                      </a:r>
                      <a:endParaRPr kumimoji="1" lang="ja-JP" altLang="en-US"/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 vert="horz" wrap="square">
                      <a:noAutofit/>
                    </a:bodyPr>
                    <a:lstStyle/>
                    <a:p>
                      <a:pPr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最大值 192</a:t>
                      </a:r>
                      <a:endParaRPr kumimoji="1" lang="ja-JP" altLang="en-US"/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 vert="horz" wrap="square">
                      <a:noAutofit/>
                    </a:bodyPr>
                    <a:lstStyle/>
                    <a:p>
                      <a:pPr>
                        <a:defRPr sz="1200"/>
                      </a:pPr>
                      <a:r>
                        <a:rPr lang="zh-TW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單相電源/三相電源</a:t>
                      </a:r>
                      <a:endParaRPr kumimoji="1" lang="ja-JP" altLang="en-US"/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368793"/>
                  </a:ext>
                </a:extLst>
              </a:tr>
              <a:tr h="503287"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423889"/>
                  </a:ext>
                </a:extLst>
              </a:tr>
              <a:tr h="260427">
                <a:tc rowSpan="2"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DS8886F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533x-985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最多 384</a:t>
                      </a:r>
                      <a:endParaRPr lang="en-US" altLang="ja-JP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單相電源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DS8950F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533x-996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最多 384</a:t>
                      </a:r>
                      <a:endParaRPr lang="en-US" altLang="ja-JP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zh-TW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單相電源/三相電源</a:t>
                      </a:r>
                      <a:endParaRPr lang="zh-TW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560851"/>
                  </a:ext>
                </a:extLst>
              </a:tr>
              <a:tr h="260427">
                <a:tc vMerge="1">
                  <a:txBody>
                    <a:bodyPr vert="horz" wrap="square">
                      <a:noAutofit/>
                    </a:bodyPr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533x986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最多 384</a:t>
                      </a:r>
                      <a:endParaRPr lang="en-US" altLang="ja-JP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三相電源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 vert="horz" wrap="square">
                      <a:noAutofit/>
                    </a:bodyPr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 vert="horz" wrap="square">
                      <a:noAutofit/>
                    </a:bodyPr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 vert="horz" wrap="square">
                      <a:noAutofit/>
                    </a:bodyPr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 vert="horz" wrap="square">
                      <a:noAutofit/>
                    </a:bodyPr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960119"/>
                  </a:ext>
                </a:extLst>
              </a:tr>
              <a:tr h="413866"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376619"/>
                  </a:ext>
                </a:extLst>
              </a:tr>
              <a:tr h="281542"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DS8888F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533x-988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最多 768</a:t>
                      </a:r>
                      <a:endParaRPr lang="en-US" altLang="ja-JP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>
                        <a:defRPr sz="1200"/>
                      </a:pPr>
                      <a:r>
                        <a:rPr lang="ja-JP" alt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三相電源</a:t>
                      </a: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 fontAlgn="ctr"/>
                      <a:endParaRPr lang="ja-JP" altLang="en-US" sz="13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039" marR="7039" marT="703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045296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F2E76A75-FA8A-4B7B-9243-08053E84BC1D}"/>
              </a:ext>
            </a:extLst>
          </p:cNvPr>
          <p:cNvSpPr/>
          <p:nvPr/>
        </p:nvSpPr>
        <p:spPr>
          <a:xfrm>
            <a:off x="4033520" y="3616960"/>
            <a:ext cx="396240" cy="5892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1F31089-A660-4C8F-894F-A73A62CC052B}"/>
              </a:ext>
            </a:extLst>
          </p:cNvPr>
          <p:cNvSpPr/>
          <p:nvPr/>
        </p:nvSpPr>
        <p:spPr>
          <a:xfrm>
            <a:off x="4033520" y="4754880"/>
            <a:ext cx="396240" cy="5892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37491-A9F3-4EFC-BA76-CC6081B1F89F}"/>
              </a:ext>
            </a:extLst>
          </p:cNvPr>
          <p:cNvSpPr txBox="1"/>
          <p:nvPr/>
        </p:nvSpPr>
        <p:spPr>
          <a:xfrm>
            <a:off x="1463040" y="2616765"/>
            <a:ext cx="1159292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 sz="1200"/>
            </a:pPr>
            <a:r>
              <a:rPr kumimoji="1" lang="en-US" altLang="ja-JP"/>
              <a:t>DS8880F</a:t>
            </a:r>
            <a:endParaRPr kumimoji="1" lang="ja-JP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B3A16-96F9-425E-A8A8-697B605DB336}"/>
              </a:ext>
            </a:extLst>
          </p:cNvPr>
          <p:cNvSpPr txBox="1"/>
          <p:nvPr/>
        </p:nvSpPr>
        <p:spPr>
          <a:xfrm>
            <a:off x="5476240" y="2626925"/>
            <a:ext cx="2164375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 sz="1200"/>
            </a:pPr>
            <a:r>
              <a:rPr kumimoji="1" lang="ja-JP" altLang="en-US" i="1" u="sng"/>
              <a:t>新建模型： DS8900F</a:t>
            </a:r>
            <a:endParaRPr kumimoji="1" lang="ja-JP" altLang="en-US" i="1" u="s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DA8E73-7117-4F64-9388-99CD6E48BF46}"/>
              </a:ext>
            </a:extLst>
          </p:cNvPr>
          <p:cNvSpPr txBox="1"/>
          <p:nvPr/>
        </p:nvSpPr>
        <p:spPr>
          <a:xfrm>
            <a:off x="5342409" y="5894551"/>
            <a:ext cx="2648482" cy="30777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defRPr sz="1200"/>
            </a:pPr>
            <a:r>
              <a:rPr kumimoji="1" lang="en-US" altLang="ja-JP" sz="1400"/>
              <a:t>* 一般機架， Z 機架型號</a:t>
            </a:r>
            <a:endParaRPr kumimoji="1" lang="ja-JP" altLang="en-US" sz="140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7EC169D-533D-4B6D-AFEA-70463B89D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05" y="534533"/>
            <a:ext cx="8641655" cy="1971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>
            <a:lvl1pPr marL="2286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808038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257300" indent="-342900">
              <a:spcBef>
                <a:spcPct val="20000"/>
              </a:spcBef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2DB6B3"/>
              </a:buClr>
              <a:buFont typeface="Wingdings" panose="05000000000000000000" pitchFamily="2" charset="2"/>
              <a:buBlip>
                <a:blip r:embed="rId3"/>
              </a:buBlip>
            </a:pPr>
            <a:r>
              <a:rPr kumimoji="1" lang="en-US" altLang="ja-JP" sz="1200" b="1">
                <a:solidFill>
                  <a:srgbClr val="000000"/>
                </a:solidFill>
                <a:cs typeface="Arial" panose="020b0604020202020204" pitchFamily="34" charset="0"/>
              </a:rPr>
              <a:t>DS8900F 特性</a:t>
            </a:r>
            <a:endParaRPr kumimoji="1" lang="en-US" altLang="ja-JP" sz="18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2DB6B3"/>
              </a:buClr>
              <a:buFont typeface="Wingdings" panose="05000000000000000000" pitchFamily="2" charset="2"/>
              <a:buBlip>
                <a:blip r:embed="rId3"/>
              </a:buBlip>
            </a:pPr>
            <a:endParaRPr kumimoji="1" lang="en-US" altLang="ja-JP" sz="8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2DB6B3"/>
              </a:buClr>
              <a:buFont typeface="Wingdings" panose="05000000000000000000" pitchFamily="2" charset="2"/>
              <a:buChar char="n"/>
            </a:pPr>
            <a:r>
              <a:rPr kumimoji="1" lang="en-US" altLang="ja-JP" sz="1600" b="1">
                <a:solidFill>
                  <a:srgbClr val="000000"/>
                </a:solidFill>
                <a:cs typeface="Arial" panose="020b0604020202020204" pitchFamily="34" charset="0"/>
              </a:rPr>
              <a:t>DS8910F， DS8950F 2 模型</a:t>
            </a:r>
            <a:endParaRPr kumimoji="1" lang="en-US" altLang="ja-JP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2DB6B3"/>
              </a:buClr>
              <a:buFont typeface="Wingdings" panose="05000000000000000000" pitchFamily="2" charset="2"/>
              <a:buChar char="n"/>
            </a:pPr>
            <a:r>
              <a:rPr kumimoji="1" lang="en-US" altLang="ja-JP" sz="1600" b="1">
                <a:solidFill>
                  <a:srgbClr val="000000"/>
                </a:solidFill>
                <a:cs typeface="Arial" panose="020b0604020202020204" pitchFamily="34" charset="0"/>
              </a:rPr>
              <a:t>無 HDD 功能模型</a:t>
            </a:r>
            <a:endParaRPr kumimoji="1" lang="en-US" altLang="ja-JP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2DB6B3"/>
              </a:buClr>
              <a:buFont typeface="Wingdings" panose="05000000000000000000" pitchFamily="2" charset="2"/>
              <a:buChar char="n"/>
            </a:pPr>
            <a:r>
              <a:rPr kumimoji="1" lang="ja-JP" altLang="en-US" sz="1600" b="1">
                <a:solidFill>
                  <a:srgbClr val="000000"/>
                </a:solidFill>
                <a:cs typeface="Arial" panose="020b0604020202020204" pitchFamily="34" charset="0"/>
              </a:rPr>
              <a:t>控制器更新（Power8 - &gt; Power9）</a:t>
            </a:r>
            <a:endParaRPr kumimoji="1" lang="en-US" altLang="ja-JP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2DB6B3"/>
              </a:buClr>
              <a:buFont typeface="Wingdings" panose="05000000000000000000" pitchFamily="2" charset="2"/>
              <a:buChar char="n"/>
            </a:pPr>
            <a:r>
              <a:rPr kumimoji="1" lang="en-US" altLang="ja-JP" sz="1600" b="1">
                <a:solidFill>
                  <a:srgbClr val="000000"/>
                </a:solidFill>
                <a:cs typeface="Arial" panose="020b0604020202020204" pitchFamily="34" charset="0"/>
              </a:rPr>
              <a:t>新增 32Gbps 主機配接卡</a:t>
            </a:r>
            <a:endParaRPr kumimoji="1" lang="en-US" altLang="ja-JP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2DB6B3"/>
              </a:buClr>
              <a:buFont typeface="Wingdings" panose="05000000000000000000" pitchFamily="2" charset="2"/>
              <a:buChar char="n"/>
            </a:pPr>
            <a:r>
              <a:rPr kumimoji="1" lang="ja-JP" altLang="en-US" sz="1600" b="1">
                <a:solidFill>
                  <a:srgbClr val="000000"/>
                </a:solidFill>
                <a:cs typeface="Arial" panose="020b0604020202020204" pitchFamily="34" charset="0"/>
              </a:rPr>
              <a:t>在快取中採用的 NVDIMM （非揮發性記憶體）停止整合的 UPS</a:t>
            </a:r>
            <a:endParaRPr kumimoji="1" lang="en-US" altLang="ja-JP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2DB6B3"/>
              </a:buClr>
              <a:buFont typeface="Wingdings" panose="05000000000000000000" pitchFamily="2" charset="2"/>
              <a:buChar char="n"/>
            </a:pPr>
            <a:r>
              <a:rPr kumimoji="1" lang="en-US" altLang="ja-JP" sz="1600" b="1">
                <a:solidFill>
                  <a:srgbClr val="000000"/>
                </a:solidFill>
                <a:cs typeface="Arial" panose="020b0604020202020204" pitchFamily="34" charset="0"/>
              </a:rPr>
              <a:t>2. 單相， 3 相電力反應</a:t>
            </a:r>
            <a:endParaRPr kumimoji="1" lang="en-US" altLang="ja-JP" sz="1600" b="1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>
                <a:srgbClr val="2DB6B3"/>
              </a:buClr>
              <a:buFont typeface="Wingdings" panose="05000000000000000000" pitchFamily="2" charset="2"/>
              <a:buChar char="n"/>
            </a:pPr>
            <a:endParaRPr kumimoji="1" lang="en-US" altLang="ja-JP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E2C68C92-6EE9-465C-B371-15985E1B7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86488"/>
            <a:ext cx="876617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+mj-lt"/>
                <a:ea typeface="ＭＳ Ｐゴシック" panose="020b0600070205080204" pitchFamily="50" charset="-128"/>
                <a:cs typeface="MS PGothic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  <a:ea typeface="ＭＳ Ｐゴシック" panose="020b0600070205080204" pitchFamily="50" charset="-128"/>
                <a:cs typeface="MS PGothic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  <a:ea typeface="ＭＳ Ｐゴシック" panose="020b0600070205080204" pitchFamily="50" charset="-128"/>
                <a:cs typeface="MS PGothic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  <a:ea typeface="ＭＳ Ｐゴシック" panose="020b0600070205080204" pitchFamily="50" charset="-128"/>
                <a:cs typeface="MS PGothic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  <a:ea typeface="ＭＳ Ｐゴシック" panose="020b0600070205080204" pitchFamily="50" charset="-128"/>
                <a:cs typeface="MS PGothic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</a:defRPr>
            </a:lvl9pPr>
          </a:lstStyle>
          <a:p>
            <a:pPr eaLnBrk="1" hangingPunct="1">
              <a:defRPr sz="1600"/>
            </a:pPr>
            <a:r>
              <a:rPr lang="en-US" altLang="ja-JP" kern="0"/>
              <a:t>DS8900F 概觀</a:t>
            </a:r>
            <a:endParaRPr lang="ja-JP" altLang="en-US" kern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3AEBBF2-2735-4276-827B-9EDF46B92055}"/>
              </a:ext>
            </a:extLst>
          </p:cNvPr>
          <p:cNvSpPr/>
          <p:nvPr/>
        </p:nvSpPr>
        <p:spPr>
          <a:xfrm rot="19586816">
            <a:off x="4043045" y="5435917"/>
            <a:ext cx="396240" cy="58928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2953109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400" y="86488"/>
            <a:ext cx="876617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+mj-lt"/>
                <a:ea typeface="ＭＳ Ｐゴシック" panose="020b0600070205080204" pitchFamily="50" charset="-128"/>
                <a:cs typeface="MS PGothic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  <a:ea typeface="ＭＳ Ｐゴシック" panose="020b0600070205080204" pitchFamily="50" charset="-128"/>
                <a:cs typeface="MS PGothic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  <a:ea typeface="ＭＳ Ｐゴシック" panose="020b0600070205080204" pitchFamily="50" charset="-128"/>
                <a:cs typeface="MS PGothic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  <a:ea typeface="ＭＳ Ｐゴシック" panose="020b0600070205080204" pitchFamily="50" charset="-128"/>
                <a:cs typeface="MS PGothic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  <a:ea typeface="ＭＳ Ｐゴシック" panose="020b0600070205080204" pitchFamily="50" charset="-128"/>
                <a:cs typeface="MS PGothic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>
                <a:solidFill>
                  <a:schemeClr val="accent1"/>
                </a:solidFill>
                <a:latin typeface="Arial" pitchFamily="-65" charset="0"/>
              </a:defRPr>
            </a:lvl9pPr>
          </a:lstStyle>
          <a:p>
            <a:pPr eaLnBrk="1" hangingPunct="1">
              <a:defRPr sz="1600"/>
            </a:pPr>
            <a:r>
              <a:rPr lang="en-US" altLang="ja-JP" kern="0"/>
              <a:t>DS8910F， DS8950F 概觀</a:t>
            </a:r>
            <a:endParaRPr lang="ja-JP" altLang="en-US" kern="0"/>
          </a:p>
        </p:txBody>
      </p:sp>
      <p:graphicFrame>
        <p:nvGraphicFramePr>
          <p:cNvPr id="18" name="Group 419"/>
          <p:cNvGraphicFramePr/>
          <p:nvPr>
            <p:extLst>
              <p:ext uri="{D42A27DB-BD31-4B8C-83A1-F6EECF244321}">
                <p14:modId xmlns:p14="http://schemas.microsoft.com/office/powerpoint/2010/main" val="264368146"/>
              </p:ext>
            </p:extLst>
          </p:nvPr>
        </p:nvGraphicFramePr>
        <p:xfrm>
          <a:off x="223520" y="883624"/>
          <a:ext cx="8747760" cy="4727409"/>
        </p:xfrm>
        <a:graphic>
          <a:graphicData uri="http://schemas.openxmlformats.org/drawingml/2006/table">
            <a:tbl>
              <a:tblPr/>
              <a:tblGrid>
                <a:gridCol w="1581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186">
                  <a:extLst>
                    <a:ext uri="{9D8B030D-6E8A-4147-A177-3AD203B41FA5}">
                      <a16:colId xmlns:a16="http://schemas.microsoft.com/office/drawing/2014/main" val="2228039489"/>
                    </a:ext>
                  </a:extLst>
                </a:gridCol>
                <a:gridCol w="2142323">
                  <a:extLst>
                    <a:ext uri="{9D8B030D-6E8A-4147-A177-3AD203B41FA5}">
                      <a16:colId xmlns:a16="http://schemas.microsoft.com/office/drawing/2014/main" val="20413496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55888605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59101512"/>
                    </a:ext>
                  </a:extLst>
                </a:gridCol>
              </a:tblGrid>
              <a:tr h="272684">
                <a:tc>
                  <a:txBody>
                    <a:bodyPr vert="horz" wrap="square">
                      <a:no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s-MX" altLang="ja-JP" sz="1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DS8910F</a:t>
                      </a:r>
                      <a:endParaRPr kumimoji="1" lang="ja-JP" altLang="en-US"/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 vert="horz" wrap="square">
                      <a:noAutofit/>
                    </a:bodyPr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endParaRPr kumimoji="0" lang="en-US" altLang="ja-JP" sz="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DS8950F</a:t>
                      </a: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51">
                <a:tc>
                  <a:txBody>
                    <a:bodyPr vert="horz" wrap="square">
                      <a:no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s-MX" altLang="ja-JP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533x-993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（使用一般套件的模型）</a:t>
                      </a:r>
                      <a:endParaRPr kumimoji="0" lang="en-US" altLang="ja-JP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533x-994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（具有專用機架的模型）</a:t>
                      </a:r>
                      <a:endParaRPr kumimoji="0" lang="en-US" altLang="ja-JP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endParaRPr kumimoji="0" lang="en-US" altLang="ja-JP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sz="1200"/>
                      </a:pPr>
                      <a:r>
                        <a:rPr kumimoji="0" lang="en-US" altLang="ja-JP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533x-996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sz="1200"/>
                      </a:pPr>
                      <a:r>
                        <a:rPr kumimoji="0" lang="ja-JP" altLang="en-US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（具有專用機架的模型）</a:t>
                      </a:r>
                      <a:endParaRPr kumimoji="0" lang="en-US" altLang="ja-JP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021"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處理器</a:t>
                      </a: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16 核心：（4 核心 x 2） x 2 控制器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 vert="horz" wrap="square">
                      <a:noAutofit/>
                    </a:bodyPr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endParaRPr kumimoji="0" lang="en-US" altLang="ja-JP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20 核心：（10 核心 x 1） × 2 控制器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40 核心：（10 核心 x 2） × 2 控制器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047763"/>
                  </a:ext>
                </a:extLst>
              </a:tr>
              <a:tr h="604334"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快取</a:t>
                      </a: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192GB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512GB</a:t>
                      </a: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 vert="horz" wrap="square">
                      <a:noAutofit/>
                    </a:bodyPr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endParaRPr kumimoji="0" lang="en-US" altLang="ja-JP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512GB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1024GB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2048GB</a:t>
                      </a: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403311"/>
                  </a:ext>
                </a:extLst>
              </a:tr>
              <a:tr h="847725"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主機配接器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16Gb 4 埠 LW</a:t>
                      </a:r>
                      <a:endParaRPr kumimoji="0" lang="en-US" altLang="ja-JP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16Gb 4port SW</a:t>
                      </a:r>
                      <a:endParaRPr kumimoji="0" lang="en-US" altLang="ja-JP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32Gb 4port LW</a:t>
                      </a:r>
                      <a:endParaRPr kumimoji="0" lang="en-US" altLang="ja-JP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32Gb 4port SW</a:t>
                      </a:r>
                      <a:endParaRPr kumimoji="0" lang="en-US" altLang="ja-JP" sz="105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最多 8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1" lang="ja-JP" altLang="en-US" sz="1100"/>
                        <a:t>最多 16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ja-JP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algn="ctr">
                        <a:defRPr sz="1200"/>
                      </a:pPr>
                      <a:r>
                        <a:rPr kumimoji="1" lang="ja-JP" altLang="en-US" sz="1100"/>
                        <a:t>僅基本機箱：上限為 16</a:t>
                      </a:r>
                      <a:endParaRPr kumimoji="1" lang="en-US" altLang="ja-JP" sz="1100"/>
                    </a:p>
                    <a:p>
                      <a:pPr algn="ctr">
                        <a:defRPr sz="1200"/>
                      </a:pPr>
                      <a:r>
                        <a:rPr kumimoji="1" lang="ja-JP" altLang="en-US" sz="1100"/>
                        <a:t>新增擴充機箱：最多 32 個</a:t>
                      </a:r>
                      <a:endParaRPr kumimoji="1" lang="ja-JP" altLang="en-US" sz="1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32319476"/>
                  </a:ext>
                </a:extLst>
              </a:tr>
              <a:tr h="583103">
                <a:tc>
                  <a:txBody>
                    <a:bodyPr vert="horz" wrap="square">
                      <a:no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可配置的 Flash 卡數目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* 1</a:t>
                      </a: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最多 96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（ 6Card 設定）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* 4</a:t>
                      </a: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最大值 192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（ 12Card 設定）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ja-JP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sz="1200"/>
                      </a:pPr>
                      <a:r>
                        <a:rPr kumimoji="1" lang="ja-JP" altLang="en-US" sz="1100"/>
                        <a:t>僅控制機箱：</a:t>
                      </a: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最大 192 （12Card 集）</a:t>
                      </a:r>
                      <a:endParaRPr kumimoji="1" lang="en-US" altLang="ja-JP" sz="1100"/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sz="1200"/>
                      </a:pPr>
                      <a:r>
                        <a:rPr kumimoji="1" lang="ja-JP" altLang="en-US" sz="1100"/>
                        <a:t>新增擴充機箱：</a:t>
                      </a: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最多 384 個（24Card 設定）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665"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可連接的擴充機箱數目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-</a:t>
                      </a: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 vert="horz" wrap="square">
                      <a:noAutofit/>
                    </a:bodyPr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ja-JP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一（40 核心假設）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309543"/>
                  </a:ext>
                </a:extLst>
              </a:tr>
              <a:tr h="528320"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可配置的 Flash 卡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High Performance （HP）： 800GB/1600GB/3200GB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高容量（HC）： 1.92TB/3.84TB/7.68TB/15.36TB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 vert="horz" wrap="square">
                      <a:noAutofit/>
                    </a:bodyPr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ja-JP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HP： 800 GB/1600GB/3200GB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HC： 3.84TB/7.68TB/15.36TB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24835335"/>
                  </a:ext>
                </a:extLst>
              </a:tr>
              <a:tr h="578406">
                <a:tc>
                  <a:txBody>
                    <a:bodyPr vert="horz" wrap="square">
                      <a:noAutofit/>
                    </a:bodyPr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高度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16-48 快閃卡配置 15U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64-96FlashCard 配置-19U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* 2* 3* 4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1" lang="en-US" altLang="ja-JP" sz="1100"/>
                        <a:t>40U</a:t>
                      </a:r>
                      <a:endParaRPr kumimoji="0" lang="en-US" altLang="ja-JP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ja-JP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vert="horz" wrap="square">
                      <a:noAutofit/>
                    </a:bodyPr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defRPr sz="1200"/>
                      </a:pPr>
                      <a:r>
                        <a:rPr kumimoji="0" lang="en-US" altLang="ja-JP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50" charset="-128"/>
                        </a:rPr>
                        <a:t>40U</a:t>
                      </a:r>
                      <a:endParaRPr kumimoji="0" lang="ja-JP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T="18289" marB="1828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65760" y="5673035"/>
            <a:ext cx="7040880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 sz="1200"/>
            </a:pPr>
            <a:r>
              <a:rPr kumimoji="1" lang="en-US" altLang="ja-JP" sz="1200"/>
              <a:t>* 1 款 Flash 卡由 16 張卡片組介紹。</a:t>
            </a:r>
            <a:endParaRPr kumimoji="1" lang="en-US" altLang="ja-JP" sz="1200"/>
          </a:p>
          <a:p>
            <a:pPr>
              <a:defRPr sz="1200"/>
            </a:pPr>
            <a:r>
              <a:rPr kumimoji="1" lang="en-US" altLang="ja-JP" sz="1200"/>
              <a:t>* 2 機架空間必須是連續的</a:t>
            </a:r>
            <a:endParaRPr kumimoji="1" lang="en-US" altLang="ja-JP" sz="1200"/>
          </a:p>
          <a:p>
            <a:pPr>
              <a:defRPr sz="1200"/>
            </a:pPr>
            <a:r>
              <a:rPr kumimoji="1" lang="en-US" altLang="ja-JP" sz="1200"/>
              <a:t>* 3 配置專用鍵盤和顯示器時， + 1U （即使不是連續的框架空間也可以安裝）</a:t>
            </a:r>
            <a:endParaRPr kumimoji="1" lang="en-US" altLang="ja-JP" sz="1200"/>
          </a:p>
          <a:p>
            <a:pPr>
              <a:defRPr sz="1200"/>
            </a:pPr>
            <a:r>
              <a:rPr kumimoji="1" lang="en-US" altLang="ja-JP" sz="1200"/>
              <a:t>* 安裝 4 z 機架時，最多可使用 48FlashCard （3Card 設定）</a:t>
            </a:r>
            <a:endParaRPr kumimoji="1" lang="en-US" altLang="ja-JP" sz="1200"/>
          </a:p>
        </p:txBody>
      </p:sp>
    </p:spTree>
    <p:extLst>
      <p:ext uri="{BB962C8B-B14F-4D97-AF65-F5344CB8AC3E}">
        <p14:creationId xmlns:p14="http://schemas.microsoft.com/office/powerpoint/2010/main" val="2403133065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Unix 4.15 unknown"/>
  <p:tag name="AS_RELEASE_DATE" val="2019.04.30"/>
  <p:tag name="AS_TITLE" val="Aspose.Slides for Java"/>
  <p:tag name="AS_VERSION" val="19.4"/>
</p:tagLst>
</file>

<file path=ppt/theme/theme1.xml><?xml version="1.0" encoding="utf-8"?>
<a:theme xmlns:r="http://schemas.openxmlformats.org/officeDocument/2006/relationships"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889FB"/>
      </a:accent1>
      <a:accent2>
        <a:srgbClr val="71BFC5"/>
      </a:accent2>
      <a:accent3>
        <a:srgbClr val="FFFFFF"/>
      </a:accent3>
      <a:accent4>
        <a:srgbClr val="000000"/>
      </a:accent4>
      <a:accent5>
        <a:srgbClr val="BEC4FD"/>
      </a:accent5>
      <a:accent6>
        <a:srgbClr val="66ADB2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889FB"/>
        </a:accent1>
        <a:accent2>
          <a:srgbClr val="71BFC5"/>
        </a:accent2>
        <a:accent3>
          <a:srgbClr val="FFFFFF"/>
        </a:accent3>
        <a:accent4>
          <a:srgbClr val="000000"/>
        </a:accent4>
        <a:accent5>
          <a:srgbClr val="BEC4FD"/>
        </a:accent5>
        <a:accent6>
          <a:srgbClr val="66ADB2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:vt="http://schemas.openxmlformats.org/officeDocument/2006/docPropsVTypes" xmlns="http://schemas.openxmlformats.org/officeDocument/2006/extended-properties">
  <Company>IBM Corporation</Company>
  <PresentationFormat>On-screen Show (4:3)</PresentationFormat>
  <Paragraphs>24</Paragraphs>
  <Slides>3</Slides>
  <Notes>2</Notes>
  <TotalTime>31105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ＭＳ Ｐゴシック</vt:lpstr>
      <vt:lpstr>MS PGothic</vt:lpstr>
      <vt:lpstr>Wingdings</vt:lpstr>
      <vt:lpstr>Calibri</vt:lpstr>
      <vt:lpstr>游ゴシック</vt:lpstr>
      <vt:lpstr>Default Design</vt:lpstr>
      <vt:lpstr>入門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19.0400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Slide 1</dc:title>
  <dc:creator>IBM Corporation</dc:creator>
  <cp:lastModifiedBy>Kaichu Chung</cp:lastModifiedBy>
  <cp:revision>1629</cp:revision>
  <cp:lastPrinted>2017-02-09T08:24:12.000</cp:lastPrinted>
  <dcterms:created xsi:type="dcterms:W3CDTF">2009-01-25T03:22:51Z</dcterms:created>
  <dcterms:modified xsi:type="dcterms:W3CDTF">2022-02-20T08:38:49Z</dcterms:modified>
</cp:coreProperties>
</file>